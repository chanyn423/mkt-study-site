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0" r:id="rId2"/>
    <p:sldId id="300" r:id="rId3"/>
    <p:sldId id="306" r:id="rId4"/>
    <p:sldId id="313" r:id="rId5"/>
    <p:sldId id="301" r:id="rId6"/>
    <p:sldId id="307" r:id="rId7"/>
    <p:sldId id="311" r:id="rId8"/>
    <p:sldId id="309" r:id="rId9"/>
    <p:sldId id="312" r:id="rId10"/>
    <p:sldId id="314" r:id="rId11"/>
    <p:sldId id="305" r:id="rId12"/>
    <p:sldId id="308" r:id="rId13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94660"/>
  </p:normalViewPr>
  <p:slideViewPr>
    <p:cSldViewPr snapToGrid="0">
      <p:cViewPr varScale="1">
        <p:scale>
          <a:sx n="86" d="100"/>
          <a:sy n="86" d="100"/>
        </p:scale>
        <p:origin x="97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0D328-4D0B-43BC-9234-E931651C542C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01FA6-F0C7-47AB-81B9-0CAC3663A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228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FEE8B-2845-4A0F-A438-12E0F917B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0355E9-DEDB-4D6B-9385-911047155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B6E68E-4530-4A09-A6D9-773669A2C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88B70B-81EF-447F-9644-C02B435D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E8AAD1-5CA0-4B94-A9EC-3E99230F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47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021F4A-761A-4317-BD5E-6C5DFE8E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DC2165-09D1-4325-977F-1607D8F8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1C1136-BC20-4EEC-A452-1AF52846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DD3D21-2141-42FA-9877-85C52302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B4CE1A-D873-4CB3-8E31-D4E6BEA4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59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D5991-7186-4D1A-9385-CD24CD95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5D806C-FEE6-4E77-9016-A8F72833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36044B-95BC-4323-BCB0-A5967192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56DC6B-233A-483E-AEED-0BABEA4B7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4DAC86-045D-415D-AA5E-A9D36798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08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F5D76F-3123-4AD1-A5DE-5C7D6E1F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ABA624-05A6-4C9E-B206-68C96FE4A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97DFE4-0528-4A34-849A-0F1CD2AA1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1C09F9-2867-4425-B1B5-AB06E426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EBC473-5BF3-4398-8BDB-7083E7AA2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B67B46-68C9-475D-8259-09204E59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55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917307-C9DA-4F8F-B21A-09AA03982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A57069-E5A4-449F-9826-6B10AFE0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3EF1F1-3380-48C7-A76B-D6130D9CA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05BA36-7F81-4079-901F-0E38EE065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EA9314-E918-4489-80D2-4272257AF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B320ED3-6FD8-442F-801F-611CE2C1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ED81CF7-D112-46BD-A0D8-D9A26724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ABA1A94-07C4-4F6A-91F6-587F6FE4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85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52EE7-EF19-4490-BE86-15D74BA9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1C755A-04D2-4C07-8484-060345B7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B29A82-9B1D-4A9B-8906-D520DDBA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FA88B0-92B6-4F61-A4F3-14F4BBA7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29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8A4F181-7AD2-45F2-8DA3-1B986619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DCE28BB-25C5-4C8A-BA14-E78389B5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FD4F3B-E7AE-47DD-A7FD-6C9643CB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425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31E451-6490-4CFB-83C1-7C08CFC47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B10207-41BC-4F78-8FCD-3578FEC44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ED0B25-10AF-4E15-B3AD-82F922786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1322311-1A96-444F-B6D3-8124B143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005760-BFEA-48DB-8DED-6E18BB9A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28DF56-26B7-4070-8566-93A902C2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69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0CF20-24CE-4F1C-B51A-5CE4EEA8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AC24664-38F2-42B0-A095-88CBAA155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C9496E-5C51-4336-B6AF-A297823B2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28BB-1913-4FFF-A7DB-EB538129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08F71C-BD0A-4EFA-9A2C-3EE3A543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3E3592-1FF9-409F-9E3B-85F43D3E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691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43154-0FB0-4F40-AF14-D0D40DCC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9CA741B-9ABD-40FB-8982-C02367D87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B13C66-25BC-4E10-8E02-7CEE23C7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C6D207-3571-4883-B3CE-17B267EC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52B751-5F7A-4A49-A9EA-BBC83818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35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F4581D3-C538-46C6-8544-528144C53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6C997F-373A-48B8-AC5E-15EA28557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9BA5B8-9B8D-4611-AADA-E564A2B8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F6857A-CFE3-4ABA-9899-7330F103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49AC71-1224-4301-BA88-97C5DA73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45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A7446E-4B64-4D51-A793-9063602F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F3F8B5-E868-4B56-B808-49C51098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8E2FE9-3D04-4E5F-975F-29949190A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E8508-FC05-4DC5-A45A-F6C201974417}" type="datetimeFigureOut">
              <a:rPr lang="zh-TW" altLang="en-US" smtClean="0"/>
              <a:t>2023/5/22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6F9374-B193-4FB3-BCA4-7453917F3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618BA5-CD77-4ADE-BFC8-76473EE42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22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2AC97785-C546-4391-96DD-D424F248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88" y="543761"/>
            <a:ext cx="10828739" cy="5583387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78546A37-D7D6-475E-8E6B-703E98E5BF22}"/>
              </a:ext>
            </a:extLst>
          </p:cNvPr>
          <p:cNvSpPr/>
          <p:nvPr/>
        </p:nvSpPr>
        <p:spPr>
          <a:xfrm>
            <a:off x="1264679" y="1907451"/>
            <a:ext cx="1575790" cy="4978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78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7</a:t>
            </a:r>
            <a:r>
              <a:rPr kumimoji="1" lang="en-US" altLang="zh-HK" dirty="0"/>
              <a:t>.</a:t>
            </a:r>
            <a:r>
              <a:rPr kumimoji="1" lang="en-US" altLang="zh-TW" dirty="0"/>
              <a:t>2</a:t>
            </a:r>
            <a:r>
              <a:rPr kumimoji="1" lang="en-US" altLang="zh-HK" dirty="0"/>
              <a:t>– 1</a:t>
            </a:r>
            <a:r>
              <a:rPr kumimoji="1" lang="en-US" altLang="zh-TW" dirty="0"/>
              <a:t>3</a:t>
            </a:r>
            <a:r>
              <a:rPr kumimoji="1" lang="en-US" altLang="zh-HK" dirty="0"/>
              <a:t>.</a:t>
            </a:r>
            <a:r>
              <a:rPr kumimoji="1" lang="en-US" altLang="zh-TW" dirty="0"/>
              <a:t>3</a:t>
            </a:r>
            <a:r>
              <a:rPr kumimoji="1" lang="en-US" altLang="zh-HK" dirty="0"/>
              <a:t>(</a:t>
            </a:r>
            <a:r>
              <a:rPr kumimoji="1" lang="en-US" altLang="zh-TW" dirty="0"/>
              <a:t>4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4B5E3F7-B74F-4330-85AA-9275C2322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0" contrast="7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59" y="1559312"/>
            <a:ext cx="11309081" cy="120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71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7</a:t>
            </a:r>
            <a:r>
              <a:rPr kumimoji="1" lang="en-US" altLang="zh-HK" dirty="0"/>
              <a:t>.</a:t>
            </a:r>
            <a:r>
              <a:rPr kumimoji="1" lang="en-US" altLang="zh-TW" dirty="0"/>
              <a:t>2</a:t>
            </a:r>
            <a:r>
              <a:rPr kumimoji="1" lang="en-US" altLang="zh-HK" dirty="0"/>
              <a:t>– 1</a:t>
            </a:r>
            <a:r>
              <a:rPr kumimoji="1" lang="en-US" altLang="zh-TW" dirty="0"/>
              <a:t>3</a:t>
            </a:r>
            <a:r>
              <a:rPr kumimoji="1" lang="en-US" altLang="zh-HK" dirty="0"/>
              <a:t>.</a:t>
            </a:r>
            <a:r>
              <a:rPr kumimoji="1" lang="en-US" altLang="zh-TW" dirty="0"/>
              <a:t>3</a:t>
            </a:r>
            <a:r>
              <a:rPr kumimoji="1" lang="en-US" altLang="zh-HK" dirty="0"/>
              <a:t>(</a:t>
            </a:r>
            <a:r>
              <a:rPr kumimoji="1" lang="en-US" altLang="zh-TW" dirty="0"/>
              <a:t>4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7F5B48C-DBDC-42EE-8CE2-9EBE219E9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3000" contrast="8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02" y="1087132"/>
            <a:ext cx="11221795" cy="18107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6064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2AC97785-C546-4391-96DD-D424F248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88" y="543761"/>
            <a:ext cx="10828739" cy="5583387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78546A37-D7D6-475E-8E6B-703E98E5BF22}"/>
              </a:ext>
            </a:extLst>
          </p:cNvPr>
          <p:cNvSpPr/>
          <p:nvPr/>
        </p:nvSpPr>
        <p:spPr>
          <a:xfrm>
            <a:off x="1300189" y="5183312"/>
            <a:ext cx="1575790" cy="4978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714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7</a:t>
            </a:r>
            <a:r>
              <a:rPr kumimoji="1" lang="en-US" altLang="zh-HK" dirty="0"/>
              <a:t>.</a:t>
            </a:r>
            <a:r>
              <a:rPr kumimoji="1" lang="en-US" altLang="zh-TW" dirty="0"/>
              <a:t>3</a:t>
            </a:r>
            <a:r>
              <a:rPr kumimoji="1" lang="en-US" altLang="zh-HK" dirty="0"/>
              <a:t>– 1</a:t>
            </a:r>
            <a:r>
              <a:rPr kumimoji="1" lang="en-US" altLang="zh-TW" dirty="0"/>
              <a:t>7</a:t>
            </a:r>
            <a:r>
              <a:rPr kumimoji="1" lang="en-US" altLang="zh-HK" dirty="0"/>
              <a:t>.</a:t>
            </a:r>
            <a:r>
              <a:rPr kumimoji="1" lang="en-US" altLang="zh-TW" dirty="0"/>
              <a:t>5c</a:t>
            </a:r>
            <a:r>
              <a:rPr kumimoji="1" lang="en-US" altLang="zh-HK" dirty="0"/>
              <a:t>(</a:t>
            </a:r>
            <a:r>
              <a:rPr kumimoji="1" lang="en-US" altLang="zh-TW" dirty="0"/>
              <a:t>4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6C67519B-1886-4C0F-96B1-847CD1897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0"/>
            <a:ext cx="8991600" cy="548866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C4A6A5B-B2CF-4E7D-81A6-71EEBA116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544" y="5700681"/>
            <a:ext cx="9753956" cy="5992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794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7</a:t>
            </a:r>
            <a:r>
              <a:rPr kumimoji="1" lang="en-US" altLang="zh-HK" dirty="0"/>
              <a:t>.</a:t>
            </a:r>
            <a:r>
              <a:rPr kumimoji="1" lang="en-US" altLang="zh-TW" dirty="0"/>
              <a:t>3</a:t>
            </a:r>
            <a:r>
              <a:rPr kumimoji="1" lang="en-US" altLang="zh-HK" dirty="0"/>
              <a:t>– 1</a:t>
            </a:r>
            <a:r>
              <a:rPr kumimoji="1" lang="en-US" altLang="zh-TW" dirty="0"/>
              <a:t>7</a:t>
            </a:r>
            <a:r>
              <a:rPr kumimoji="1" lang="en-US" altLang="zh-HK" dirty="0"/>
              <a:t>.</a:t>
            </a:r>
            <a:r>
              <a:rPr kumimoji="1" lang="en-US" altLang="zh-TW" dirty="0"/>
              <a:t>5c</a:t>
            </a:r>
            <a:r>
              <a:rPr kumimoji="1" lang="en-US" altLang="zh-HK" dirty="0"/>
              <a:t>(</a:t>
            </a:r>
            <a:r>
              <a:rPr kumimoji="1" lang="en-US" altLang="zh-TW" dirty="0"/>
              <a:t>4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901FD3CB-1BAA-4DBC-B79D-A483D09EF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51" y="952385"/>
            <a:ext cx="11220632" cy="20575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8927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2AC97785-C546-4391-96DD-D424F248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88" y="543761"/>
            <a:ext cx="10828739" cy="5583387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78546A37-D7D6-475E-8E6B-703E98E5BF22}"/>
              </a:ext>
            </a:extLst>
          </p:cNvPr>
          <p:cNvSpPr/>
          <p:nvPr/>
        </p:nvSpPr>
        <p:spPr>
          <a:xfrm>
            <a:off x="1300189" y="5183312"/>
            <a:ext cx="1575790" cy="4978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588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7</a:t>
            </a:r>
            <a:r>
              <a:rPr kumimoji="1" lang="en-US" altLang="zh-HK" dirty="0"/>
              <a:t>.</a:t>
            </a:r>
            <a:r>
              <a:rPr kumimoji="1" lang="en-US" altLang="zh-TW" dirty="0"/>
              <a:t>2</a:t>
            </a:r>
            <a:r>
              <a:rPr kumimoji="1" lang="en-US" altLang="zh-HK" dirty="0"/>
              <a:t>– 21.7b(8)</a:t>
            </a:r>
            <a:endParaRPr kumimoji="1" lang="zh-HK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C64BC4C-6374-41EE-B5DD-B5F90F531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623" y="990127"/>
            <a:ext cx="11126753" cy="214342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E159AAF-5898-4875-BFF1-8C87420D84A6}"/>
              </a:ext>
            </a:extLst>
          </p:cNvPr>
          <p:cNvSpPr/>
          <p:nvPr/>
        </p:nvSpPr>
        <p:spPr>
          <a:xfrm>
            <a:off x="301841" y="1944210"/>
            <a:ext cx="11558726" cy="599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98184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7</a:t>
            </a:r>
            <a:r>
              <a:rPr kumimoji="1" lang="en-US" altLang="zh-HK" dirty="0"/>
              <a:t>.</a:t>
            </a:r>
            <a:r>
              <a:rPr kumimoji="1" lang="en-US" altLang="zh-TW" dirty="0"/>
              <a:t>2</a:t>
            </a:r>
            <a:r>
              <a:rPr kumimoji="1" lang="en-US" altLang="zh-HK" dirty="0"/>
              <a:t>– 21.7b(8)</a:t>
            </a:r>
            <a:endParaRPr kumimoji="1"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B78AE6-DDFA-42EE-AB2A-8D930D48A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6" y="1328444"/>
            <a:ext cx="11479227" cy="4201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6498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2AC97785-C546-4391-96DD-D424F248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88" y="543761"/>
            <a:ext cx="10828739" cy="5583387"/>
          </a:xfrm>
          <a:prstGeom prst="rect">
            <a:avLst/>
          </a:prstGeom>
        </p:spPr>
      </p:pic>
      <p:sp>
        <p:nvSpPr>
          <p:cNvPr id="3" name="橢圓 2">
            <a:extLst>
              <a:ext uri="{FF2B5EF4-FFF2-40B4-BE49-F238E27FC236}">
                <a16:creationId xmlns:a16="http://schemas.microsoft.com/office/drawing/2014/main" id="{78546A37-D7D6-475E-8E6B-703E98E5BF22}"/>
              </a:ext>
            </a:extLst>
          </p:cNvPr>
          <p:cNvSpPr/>
          <p:nvPr/>
        </p:nvSpPr>
        <p:spPr>
          <a:xfrm>
            <a:off x="8659777" y="4748306"/>
            <a:ext cx="1575790" cy="4978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46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7</a:t>
            </a:r>
            <a:r>
              <a:rPr kumimoji="1" lang="en-US" altLang="zh-HK" dirty="0"/>
              <a:t>.</a:t>
            </a:r>
            <a:r>
              <a:rPr kumimoji="1" lang="en-US" altLang="zh-TW" dirty="0"/>
              <a:t>3</a:t>
            </a:r>
            <a:r>
              <a:rPr kumimoji="1" lang="en-US" altLang="zh-HK" dirty="0"/>
              <a:t>– 20.</a:t>
            </a:r>
            <a:r>
              <a:rPr kumimoji="1" lang="en-US" altLang="zh-TW" dirty="0"/>
              <a:t>5c</a:t>
            </a:r>
            <a:r>
              <a:rPr kumimoji="1" lang="en-US" altLang="zh-HK" dirty="0"/>
              <a:t>(</a:t>
            </a:r>
            <a:r>
              <a:rPr kumimoji="1" lang="en-US" altLang="zh-TW" dirty="0"/>
              <a:t>4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A8F06124-9E17-41F0-8163-0C5A382E1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358" y="171449"/>
            <a:ext cx="9184642" cy="441960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D278956-0F17-4545-B228-D72BB5BBA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583" y="5238312"/>
            <a:ext cx="10710226" cy="5992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9192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7</a:t>
            </a:r>
            <a:r>
              <a:rPr kumimoji="1" lang="en-US" altLang="zh-HK" dirty="0"/>
              <a:t>.</a:t>
            </a:r>
            <a:r>
              <a:rPr kumimoji="1" lang="en-US" altLang="zh-TW" dirty="0"/>
              <a:t>3</a:t>
            </a:r>
            <a:r>
              <a:rPr kumimoji="1" lang="en-US" altLang="zh-HK" dirty="0"/>
              <a:t>– 20.</a:t>
            </a:r>
            <a:r>
              <a:rPr kumimoji="1" lang="en-US" altLang="zh-TW" dirty="0"/>
              <a:t>5c</a:t>
            </a:r>
            <a:r>
              <a:rPr kumimoji="1" lang="en-US" altLang="zh-HK" dirty="0"/>
              <a:t>(</a:t>
            </a:r>
            <a:r>
              <a:rPr kumimoji="1" lang="en-US" altLang="zh-TW" dirty="0"/>
              <a:t>4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4C51CFF-A4DB-4A96-B832-0380FE88A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76" y="1233391"/>
            <a:ext cx="11087648" cy="19511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8085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2333</TotalTime>
  <Words>44</Words>
  <Application>Microsoft Office PowerPoint</Application>
  <PresentationFormat>寬螢幕</PresentationFormat>
  <Paragraphs>8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Office 佈景主題</vt:lpstr>
      <vt:lpstr>PowerPoint 簡報</vt:lpstr>
      <vt:lpstr>7.2– 13.3(4)</vt:lpstr>
      <vt:lpstr>7.2– 13.3(4)</vt:lpstr>
      <vt:lpstr>PowerPoint 簡報</vt:lpstr>
      <vt:lpstr>7.3– 17.5c(4)</vt:lpstr>
      <vt:lpstr>7.3– 17.5c(4)</vt:lpstr>
      <vt:lpstr>PowerPoint 簡報</vt:lpstr>
      <vt:lpstr>7.2– 21.7b(8)</vt:lpstr>
      <vt:lpstr>7.2– 21.7b(8)</vt:lpstr>
      <vt:lpstr>PowerPoint 簡報</vt:lpstr>
      <vt:lpstr>7.3– 20.5c(4)</vt:lpstr>
      <vt:lpstr>7.3– 20.5c(4)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Android test</dc:creator>
  <cp:lastModifiedBy>Chan Yee Nok</cp:lastModifiedBy>
  <cp:revision>210</cp:revision>
  <cp:lastPrinted>2020-10-26T03:21:09Z</cp:lastPrinted>
  <dcterms:created xsi:type="dcterms:W3CDTF">2020-07-18T16:05:14Z</dcterms:created>
  <dcterms:modified xsi:type="dcterms:W3CDTF">2023-05-22T05:12:37Z</dcterms:modified>
</cp:coreProperties>
</file>