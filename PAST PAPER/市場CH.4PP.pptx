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61" r:id="rId2"/>
    <p:sldId id="276" r:id="rId3"/>
    <p:sldId id="268" r:id="rId4"/>
    <p:sldId id="275" r:id="rId5"/>
    <p:sldId id="279" r:id="rId6"/>
    <p:sldId id="281" r:id="rId7"/>
    <p:sldId id="262" r:id="rId8"/>
    <p:sldId id="269" r:id="rId9"/>
    <p:sldId id="282" r:id="rId10"/>
    <p:sldId id="283" r:id="rId11"/>
    <p:sldId id="284" r:id="rId12"/>
    <p:sldId id="263" r:id="rId13"/>
    <p:sldId id="270" r:id="rId14"/>
    <p:sldId id="285" r:id="rId15"/>
    <p:sldId id="264" r:id="rId16"/>
    <p:sldId id="271" r:id="rId17"/>
    <p:sldId id="288" r:id="rId18"/>
    <p:sldId id="289" r:id="rId19"/>
    <p:sldId id="265" r:id="rId20"/>
    <p:sldId id="272" r:id="rId21"/>
    <p:sldId id="277" r:id="rId22"/>
    <p:sldId id="278" r:id="rId23"/>
    <p:sldId id="280" r:id="rId24"/>
    <p:sldId id="266" r:id="rId25"/>
    <p:sldId id="273" r:id="rId26"/>
    <p:sldId id="290" r:id="rId27"/>
    <p:sldId id="287" r:id="rId28"/>
    <p:sldId id="291" r:id="rId29"/>
    <p:sldId id="292" r:id="rId30"/>
    <p:sldId id="293" r:id="rId31"/>
    <p:sldId id="294" r:id="rId32"/>
    <p:sldId id="295" r:id="rId33"/>
    <p:sldId id="296" r:id="rId34"/>
    <p:sldId id="300" r:id="rId35"/>
    <p:sldId id="302" r:id="rId36"/>
    <p:sldId id="303" r:id="rId37"/>
    <p:sldId id="301" r:id="rId38"/>
    <p:sldId id="297" r:id="rId39"/>
    <p:sldId id="298" r:id="rId40"/>
    <p:sldId id="299" r:id="rId41"/>
    <p:sldId id="305" r:id="rId42"/>
    <p:sldId id="304" r:id="rId43"/>
    <p:sldId id="306" r:id="rId44"/>
    <p:sldId id="307" r:id="rId45"/>
    <p:sldId id="267" r:id="rId46"/>
    <p:sldId id="286" r:id="rId47"/>
    <p:sldId id="274" r:id="rId48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36" autoAdjust="0"/>
    <p:restoredTop sz="94660"/>
  </p:normalViewPr>
  <p:slideViewPr>
    <p:cSldViewPr snapToGrid="0">
      <p:cViewPr varScale="1">
        <p:scale>
          <a:sx n="46" d="100"/>
          <a:sy n="46" d="100"/>
        </p:scale>
        <p:origin x="8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0D328-4D0B-43BC-9234-E931651C542C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01FA6-F0C7-47AB-81B9-0CAC3663A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228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FEE8B-2845-4A0F-A438-12E0F917B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0355E9-DEDB-4D6B-9385-911047155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B6E68E-4530-4A09-A6D9-773669A2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88B70B-81EF-447F-9644-C02B435D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E8AAD1-5CA0-4B94-A9EC-3E99230F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47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021F4A-761A-4317-BD5E-6C5DFE8E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DC2165-09D1-4325-977F-1607D8F8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1C1136-BC20-4EEC-A452-1AF52846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DD3D21-2141-42FA-9877-85C52302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B4CE1A-D873-4CB3-8E31-D4E6BEA4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59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D5991-7186-4D1A-9385-CD24CD95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5D806C-FEE6-4E77-9016-A8F72833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36044B-95BC-4323-BCB0-A5967192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6DC6B-233A-483E-AEED-0BABEA4B7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4DAC86-045D-415D-AA5E-A9D36798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08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F5D76F-3123-4AD1-A5DE-5C7D6E1F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ABA624-05A6-4C9E-B206-68C96FE4A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97DFE4-0528-4A34-849A-0F1CD2AA1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1C09F9-2867-4425-B1B5-AB06E426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EBC473-5BF3-4398-8BDB-7083E7AA2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B67B46-68C9-475D-8259-09204E59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5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917307-C9DA-4F8F-B21A-09AA0398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A57069-E5A4-449F-9826-6B10AFE0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3EF1F1-3380-48C7-A76B-D6130D9CA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05BA36-7F81-4079-901F-0E38EE065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EA9314-E918-4489-80D2-4272257AF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B320ED3-6FD8-442F-801F-611CE2C1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ED81CF7-D112-46BD-A0D8-D9A26724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ABA1A94-07C4-4F6A-91F6-587F6FE4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85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52EE7-EF19-4490-BE86-15D74BA9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1C755A-04D2-4C07-8484-060345B7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B29A82-9B1D-4A9B-8906-D520DDBA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FA88B0-92B6-4F61-A4F3-14F4BBA7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29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A4F181-7AD2-45F2-8DA3-1B986619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DCE28BB-25C5-4C8A-BA14-E78389B5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FD4F3B-E7AE-47DD-A7FD-6C9643CB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25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31E451-6490-4CFB-83C1-7C08CFC4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B10207-41BC-4F78-8FCD-3578FEC44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ED0B25-10AF-4E15-B3AD-82F922786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1322311-1A96-444F-B6D3-8124B143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005760-BFEA-48DB-8DED-6E18BB9A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28DF56-26B7-4070-8566-93A902C2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69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0CF20-24CE-4F1C-B51A-5CE4EEA8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C24664-38F2-42B0-A095-88CBAA155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C9496E-5C51-4336-B6AF-A297823B2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28BB-1913-4FFF-A7DB-EB538129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08F71C-BD0A-4EFA-9A2C-3EE3A543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3E3592-1FF9-409F-9E3B-85F43D3E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9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43154-0FB0-4F40-AF14-D0D40DCC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9CA741B-9ABD-40FB-8982-C02367D87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B13C66-25BC-4E10-8E02-7CEE23C7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C6D207-3571-4883-B3CE-17B267EC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52B751-5F7A-4A49-A9EA-BBC83818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35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4581D3-C538-46C6-8544-528144C53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6C997F-373A-48B8-AC5E-15EA28557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9BA5B8-9B8D-4611-AADA-E564A2B8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F6857A-CFE3-4ABA-9899-7330F103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49AC71-1224-4301-BA88-97C5DA73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45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A7446E-4B64-4D51-A793-9063602F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F3F8B5-E868-4B56-B808-49C51098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8E2FE9-3D04-4E5F-975F-29949190A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E8508-FC05-4DC5-A45A-F6C201974417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6F9374-B193-4FB3-BCA4-7453917F3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618BA5-CD77-4ADE-BFC8-76473EE42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2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microsoft.com/office/2007/relationships/hdphoto" Target="../media/hdphoto9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microsoft.com/office/2007/relationships/hdphoto" Target="../media/hdphoto8.wdp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DA9A119B-6573-1145-B5F7-0DDA8E59E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444500"/>
            <a:ext cx="11709400" cy="5969000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1107775" y="3179609"/>
            <a:ext cx="2027311" cy="6323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7393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15.9a(10)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E8C8DE3-2207-4B4D-9593-904333D4B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0" contrast="9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1" y="1331438"/>
            <a:ext cx="12079159" cy="125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5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15.9a(10)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E5C6CC6-1DA7-7A45-810D-0D6350E68D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88"/>
          <a:stretch/>
        </p:blipFill>
        <p:spPr>
          <a:xfrm>
            <a:off x="361950" y="1379094"/>
            <a:ext cx="11637678" cy="37025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0791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15.9a(10)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5173F9D5-F928-C54C-B4D6-327DC609D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226" y="825500"/>
            <a:ext cx="7768861" cy="587681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BEE7AFC-8E5D-A748-8427-1EBAD2BC4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08" y="825500"/>
            <a:ext cx="2143592" cy="175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38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15.9a(10)</a:t>
            </a:r>
            <a:endParaRPr kumimoji="1" lang="zh-HK" altLang="en-US" dirty="0"/>
          </a:p>
        </p:txBody>
      </p:sp>
      <p:pic>
        <p:nvPicPr>
          <p:cNvPr id="4" name="圖片 3" descr="一張含有 文字, 天空, 室外, 鍵盤 的圖片&#10;&#10;自動產生的描述">
            <a:extLst>
              <a:ext uri="{FF2B5EF4-FFF2-40B4-BE49-F238E27FC236}">
                <a16:creationId xmlns:a16="http://schemas.microsoft.com/office/drawing/2014/main" id="{10274348-7115-0941-BB67-9E5D3EE5E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235" y="617518"/>
            <a:ext cx="7521709" cy="2350534"/>
          </a:xfrm>
          <a:prstGeom prst="rect">
            <a:avLst/>
          </a:prstGeom>
        </p:spPr>
      </p:pic>
      <p:pic>
        <p:nvPicPr>
          <p:cNvPr id="6" name="圖片 5" descr="一張含有 文字, 文件 的圖片&#10;&#10;自動產生的描述">
            <a:extLst>
              <a:ext uri="{FF2B5EF4-FFF2-40B4-BE49-F238E27FC236}">
                <a16:creationId xmlns:a16="http://schemas.microsoft.com/office/drawing/2014/main" id="{54859B53-CBC8-F141-B6EB-1C456FF58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944" y="3093244"/>
            <a:ext cx="74930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48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15.9a(10)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79D101BF-F4F1-3D44-B0DD-8F89AB92F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987" y="977484"/>
            <a:ext cx="9039787" cy="228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11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DA9A119B-6573-1145-B5F7-0DDA8E59E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444500"/>
            <a:ext cx="11709400" cy="5969000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1036523" y="4628398"/>
            <a:ext cx="2027311" cy="6323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357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18.5d(6)</a:t>
            </a:r>
            <a:endParaRPr kumimoji="1" lang="zh-HK" altLang="en-US" dirty="0"/>
          </a:p>
        </p:txBody>
      </p:sp>
      <p:pic>
        <p:nvPicPr>
          <p:cNvPr id="4" name="圖片 3" descr="一張含有 文字, 收據, 螢幕擷取畫面 的圖片&#10;&#10;自動產生的描述">
            <a:extLst>
              <a:ext uri="{FF2B5EF4-FFF2-40B4-BE49-F238E27FC236}">
                <a16:creationId xmlns:a16="http://schemas.microsoft.com/office/drawing/2014/main" id="{3F9F6CDE-1ADA-0B44-A405-68CA1DC13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27" y="767773"/>
            <a:ext cx="9182100" cy="50546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BC8E478-757D-E54F-9E86-DCF6A29CE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27" y="5972628"/>
            <a:ext cx="11493350" cy="5357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9832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18.5d(6)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B597E828-4E55-3043-8CCD-63358221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43" y="1382568"/>
            <a:ext cx="11139430" cy="18237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A536AD30-D91F-414F-8433-80F05F2FC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43" y="3448012"/>
            <a:ext cx="7249647" cy="31118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8574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18.5d(6)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5EDA63-356B-CC4D-92E7-40F873B6E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53" y="717880"/>
            <a:ext cx="7483599" cy="605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137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18.5d(6)</a:t>
            </a:r>
            <a:endParaRPr kumimoji="1" lang="zh-HK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ABC555CF-0123-AA46-81A0-8505EAA13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81" y="719528"/>
            <a:ext cx="7521699" cy="597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1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DA9A119B-6573-1145-B5F7-0DDA8E59E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444500"/>
            <a:ext cx="11709400" cy="5969000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965271" y="5673427"/>
            <a:ext cx="2027311" cy="6323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2155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20.1(6)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CC4DA9-5B65-604E-8765-B18EEDD9F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61" y="1223141"/>
            <a:ext cx="10927277" cy="56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41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4.2</a:t>
            </a:r>
            <a:r>
              <a:rPr kumimoji="1" lang="zh-HK" altLang="en-US" dirty="0"/>
              <a:t>市場細分</a:t>
            </a:r>
            <a:r>
              <a:rPr kumimoji="1" lang="en-US" altLang="zh-HK" dirty="0"/>
              <a:t> – 20.1(6)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34F28E48-D524-3642-B0A8-13890437D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14" y="981529"/>
            <a:ext cx="10045700" cy="1498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0737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DA9A119B-6573-1145-B5F7-0DDA8E59E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444500"/>
            <a:ext cx="11709400" cy="5969000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4068689" y="2158331"/>
            <a:ext cx="2027311" cy="6323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4484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13.7c(6)</a:t>
            </a:r>
            <a:endParaRPr kumimoji="1" lang="zh-HK" altLang="en-US" dirty="0"/>
          </a:p>
        </p:txBody>
      </p:sp>
      <p:pic>
        <p:nvPicPr>
          <p:cNvPr id="4" name="圖片 3" descr="一張含有 文字, 收據 的圖片&#10;&#10;自動產生的描述">
            <a:extLst>
              <a:ext uri="{FF2B5EF4-FFF2-40B4-BE49-F238E27FC236}">
                <a16:creationId xmlns:a16="http://schemas.microsoft.com/office/drawing/2014/main" id="{2D798D0A-7881-6549-B4DD-46431FB5E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87" y="617518"/>
            <a:ext cx="8760528" cy="542956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50F5DC1-B448-7640-B796-6FA46A528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46" y="5942110"/>
            <a:ext cx="9775454" cy="8976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205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13.7c(6)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D23CFACD-9B8B-C640-B503-1B050FAB4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5000" contrast="7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6" y="1030297"/>
            <a:ext cx="10793215" cy="20735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8419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13.7c(6)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3339F044-740F-4C43-82B5-1D750CBF7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617518"/>
            <a:ext cx="8616201" cy="601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88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DA9A119B-6573-1145-B5F7-0DDA8E59E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444500"/>
            <a:ext cx="11709400" cy="5969000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3985562" y="3112815"/>
            <a:ext cx="2027311" cy="6323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526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15.9b(10)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A78ADA5-F094-BF45-8490-811716B48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4000" contrast="7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1380"/>
            <a:ext cx="11932170" cy="81138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F618D19-1A6C-7745-BF0C-206020C635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46" y="2128961"/>
            <a:ext cx="11184223" cy="68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08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15.9b(10)</a:t>
            </a:r>
            <a:endParaRPr kumimoji="1" lang="zh-HK" altLang="en-US" dirty="0"/>
          </a:p>
        </p:txBody>
      </p:sp>
      <p:pic>
        <p:nvPicPr>
          <p:cNvPr id="4" name="圖片 3" descr="一張含有 桌 的圖片&#10;&#10;自動產生的描述">
            <a:extLst>
              <a:ext uri="{FF2B5EF4-FFF2-40B4-BE49-F238E27FC236}">
                <a16:creationId xmlns:a16="http://schemas.microsoft.com/office/drawing/2014/main" id="{07479442-F430-694B-AAD0-65E02A2E3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71" y="1248827"/>
            <a:ext cx="11462857" cy="28284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3145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15.9b(10)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94697BDC-D893-4E40-A735-AF5A8D553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897" y="703712"/>
            <a:ext cx="7614423" cy="20994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DF3195A-9848-2A42-8B92-2A2348FDD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897" y="2803159"/>
            <a:ext cx="7675586" cy="2099449"/>
          </a:xfrm>
          <a:prstGeom prst="rect">
            <a:avLst/>
          </a:prstGeom>
        </p:spPr>
      </p:pic>
      <p:pic>
        <p:nvPicPr>
          <p:cNvPr id="8" name="圖片 7" descr="一張含有 文字, 室外, 個人, 運動 的圖片&#10;&#10;自動產生的描述">
            <a:extLst>
              <a:ext uri="{FF2B5EF4-FFF2-40B4-BE49-F238E27FC236}">
                <a16:creationId xmlns:a16="http://schemas.microsoft.com/office/drawing/2014/main" id="{0EEDD652-3037-8949-817B-EE1C13E7A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897" y="4902607"/>
            <a:ext cx="7743034" cy="143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8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15.9b(10)</a:t>
            </a:r>
            <a:endParaRPr kumimoji="1" lang="zh-HK" altLang="en-US" dirty="0"/>
          </a:p>
        </p:txBody>
      </p:sp>
      <p:pic>
        <p:nvPicPr>
          <p:cNvPr id="4" name="圖片 3" descr="一張含有 文字, 文件 的圖片&#10;&#10;自動產生的描述">
            <a:extLst>
              <a:ext uri="{FF2B5EF4-FFF2-40B4-BE49-F238E27FC236}">
                <a16:creationId xmlns:a16="http://schemas.microsoft.com/office/drawing/2014/main" id="{864E9FED-A8F5-7044-A354-F265755D9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026" y="815714"/>
            <a:ext cx="7839440" cy="3162127"/>
          </a:xfrm>
          <a:prstGeom prst="rect">
            <a:avLst/>
          </a:prstGeom>
        </p:spPr>
      </p:pic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83BD4E6B-2899-364D-80A8-5C7CAB90F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026" y="3864788"/>
            <a:ext cx="7950721" cy="299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61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AB370F2-B663-4855-8354-AC7AACAD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869"/>
            <a:ext cx="12192000" cy="6162261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422769" y="3714354"/>
            <a:ext cx="2027311" cy="6323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033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19.8a(10)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2F60D450-FC61-C84C-912F-C42ADF115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143083"/>
            <a:ext cx="11465920" cy="162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60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453C4E48-1336-43B9-B23D-B01F43419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7" y="731136"/>
            <a:ext cx="11905404" cy="400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05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19.8a(10)</a:t>
            </a:r>
            <a:endParaRPr kumimoji="1" lang="zh-HK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9BED0970-815D-A743-A6ED-46C01C8EF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384" y="617518"/>
            <a:ext cx="9120705" cy="624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58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AB370F2-B663-4855-8354-AC7AACAD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869"/>
            <a:ext cx="12192000" cy="6162261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249033" y="4683618"/>
            <a:ext cx="2027311" cy="6323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4287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22. 6d(4)</a:t>
            </a:r>
            <a:endParaRPr kumimoji="1"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FBAB22F-EE5B-43B9-BA1F-8D2DB5257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8397" y="824393"/>
            <a:ext cx="11279174" cy="12955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E01FDF0-DB2B-4CAC-B9BA-AB5E4782E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8397" y="2119974"/>
            <a:ext cx="11202963" cy="153373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F075442-25E3-4F28-B712-BAFD761B7E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870" y="3781761"/>
            <a:ext cx="11212490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888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22. 6d(4)</a:t>
            </a:r>
            <a:endParaRPr kumimoji="1" lang="zh-HK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8C8584C-5342-4D9B-869D-FBFAA0C9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11" y="896491"/>
            <a:ext cx="11620285" cy="25325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08619C2-96C5-4DBE-9CE9-232D63081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3707973"/>
            <a:ext cx="5678424" cy="124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94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22. 6d(4)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9258B22-36C0-4BDB-BEA8-B2DEA9BE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040638"/>
            <a:ext cx="10424160" cy="477672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15D1F70-2E77-451E-A343-26EDD1768B87}"/>
              </a:ext>
            </a:extLst>
          </p:cNvPr>
          <p:cNvSpPr txBox="1"/>
          <p:nvPr/>
        </p:nvSpPr>
        <p:spPr>
          <a:xfrm>
            <a:off x="704088" y="6175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</a:rPr>
              <a:t>請批改</a:t>
            </a:r>
            <a:endParaRPr lang="zh-HK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22233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22. 6d(4)</a:t>
            </a:r>
            <a:endParaRPr kumimoji="1" lang="zh-HK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15D1F70-2E77-451E-A343-26EDD1768B87}"/>
              </a:ext>
            </a:extLst>
          </p:cNvPr>
          <p:cNvSpPr txBox="1"/>
          <p:nvPr/>
        </p:nvSpPr>
        <p:spPr>
          <a:xfrm>
            <a:off x="704088" y="6175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</a:rPr>
              <a:t>請批改</a:t>
            </a:r>
            <a:endParaRPr lang="zh-HK" altLang="en-US" dirty="0">
              <a:highlight>
                <a:srgbClr val="FFFF00"/>
              </a:highlight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ACF261-E1A3-4B07-AA4B-DFF65D62C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49" y="802184"/>
            <a:ext cx="9514339" cy="586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05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AB370F2-B663-4855-8354-AC7AACAD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869"/>
            <a:ext cx="12192000" cy="6162261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4214993" y="4464162"/>
            <a:ext cx="1618879" cy="5049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3530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33BEC4CE-0205-4D62-A3C4-B4AF0FF0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4.3B</a:t>
            </a:r>
            <a:r>
              <a:rPr kumimoji="1" lang="zh-HK" altLang="en-US" dirty="0"/>
              <a:t> </a:t>
            </a:r>
            <a:r>
              <a:rPr kumimoji="1" lang="zh-TW" altLang="en-US" dirty="0"/>
              <a:t>目標</a:t>
            </a:r>
            <a:r>
              <a:rPr kumimoji="1" lang="zh-HK" altLang="en-US" dirty="0"/>
              <a:t>市場</a:t>
            </a:r>
            <a:r>
              <a:rPr kumimoji="1" lang="zh-TW" altLang="en-US" dirty="0"/>
              <a:t>策略</a:t>
            </a:r>
            <a:r>
              <a:rPr kumimoji="1" lang="en-US" altLang="zh-HK" dirty="0"/>
              <a:t> – 21. 4a(2)</a:t>
            </a:r>
            <a:endParaRPr kumimoji="1" lang="zh-HK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088B72C-6A34-4A33-A452-CD5C81E8A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20" y="713619"/>
            <a:ext cx="11567160" cy="154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2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863DBAD-0226-4030-8871-39FA920B0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488" y="933775"/>
            <a:ext cx="11387328" cy="14974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33BEC4CE-0205-4D62-A3C4-B4AF0FF0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4.3B</a:t>
            </a:r>
            <a:r>
              <a:rPr kumimoji="1" lang="zh-HK" altLang="en-US" dirty="0"/>
              <a:t> </a:t>
            </a:r>
            <a:r>
              <a:rPr kumimoji="1" lang="zh-TW" altLang="en-US" dirty="0"/>
              <a:t>目標</a:t>
            </a:r>
            <a:r>
              <a:rPr kumimoji="1" lang="zh-HK" altLang="en-US" dirty="0"/>
              <a:t>市場</a:t>
            </a:r>
            <a:r>
              <a:rPr kumimoji="1" lang="zh-TW" altLang="en-US" dirty="0"/>
              <a:t>策略</a:t>
            </a:r>
            <a:r>
              <a:rPr kumimoji="1" lang="en-US" altLang="zh-HK" dirty="0"/>
              <a:t> – 21. 4a(2)</a:t>
            </a:r>
            <a:endParaRPr kumimoji="1"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057860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33BEC4CE-0205-4D62-A3C4-B4AF0FF0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4.3B</a:t>
            </a:r>
            <a:r>
              <a:rPr kumimoji="1" lang="zh-HK" altLang="en-US" dirty="0"/>
              <a:t> </a:t>
            </a:r>
            <a:r>
              <a:rPr kumimoji="1" lang="zh-TW" altLang="en-US" dirty="0"/>
              <a:t>目標</a:t>
            </a:r>
            <a:r>
              <a:rPr kumimoji="1" lang="zh-HK" altLang="en-US" dirty="0"/>
              <a:t>市場</a:t>
            </a:r>
            <a:r>
              <a:rPr kumimoji="1" lang="zh-TW" altLang="en-US" dirty="0"/>
              <a:t>策略</a:t>
            </a:r>
            <a:r>
              <a:rPr kumimoji="1" lang="en-US" altLang="zh-HK" dirty="0"/>
              <a:t> – 21. 4a(2)</a:t>
            </a:r>
            <a:endParaRPr kumimoji="1" lang="zh-HK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18A5177-6308-43DA-8AAA-DCE2D0100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983278"/>
            <a:ext cx="11210003" cy="275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69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AB370F2-B663-4855-8354-AC7AACAD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869"/>
            <a:ext cx="12192000" cy="6162261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4288145" y="5652882"/>
            <a:ext cx="1618879" cy="5049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715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4.3B</a:t>
            </a:r>
            <a:r>
              <a:rPr kumimoji="1" lang="zh-HK" altLang="en-US" dirty="0"/>
              <a:t> </a:t>
            </a:r>
            <a:r>
              <a:rPr kumimoji="1" lang="zh-TW" altLang="en-US" dirty="0"/>
              <a:t>目標</a:t>
            </a:r>
            <a:r>
              <a:rPr kumimoji="1" lang="zh-HK" altLang="en-US" dirty="0"/>
              <a:t>市場</a:t>
            </a:r>
            <a:r>
              <a:rPr kumimoji="1" lang="zh-TW" altLang="en-US" dirty="0"/>
              <a:t>策略</a:t>
            </a:r>
            <a:r>
              <a:rPr kumimoji="1" lang="en-US" altLang="zh-HK" dirty="0"/>
              <a:t> – 24. 5c(2)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B37A76-CD00-4B55-8EA0-A81340143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10" y="795814"/>
            <a:ext cx="11326838" cy="148104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CA864F2-D3ED-4409-B9DB-1C180E383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10" y="2618943"/>
            <a:ext cx="11210886" cy="77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394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4.3B</a:t>
            </a:r>
            <a:r>
              <a:rPr kumimoji="1" lang="zh-HK" altLang="en-US" dirty="0"/>
              <a:t> </a:t>
            </a:r>
            <a:r>
              <a:rPr kumimoji="1" lang="zh-TW" altLang="en-US" dirty="0"/>
              <a:t>目標</a:t>
            </a:r>
            <a:r>
              <a:rPr kumimoji="1" lang="zh-HK" altLang="en-US" dirty="0"/>
              <a:t>市場</a:t>
            </a:r>
            <a:r>
              <a:rPr kumimoji="1" lang="zh-TW" altLang="en-US" dirty="0"/>
              <a:t>策略</a:t>
            </a:r>
            <a:r>
              <a:rPr kumimoji="1" lang="en-US" altLang="zh-HK" dirty="0"/>
              <a:t> – 24. 5c(2)</a:t>
            </a:r>
            <a:endParaRPr kumimoji="1"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036FBBC-B5DB-45D1-97EC-1BDC266B0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" y="940369"/>
            <a:ext cx="11603736" cy="205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4.3B</a:t>
            </a:r>
            <a:r>
              <a:rPr kumimoji="1" lang="zh-HK" altLang="en-US" dirty="0"/>
              <a:t> </a:t>
            </a:r>
            <a:r>
              <a:rPr kumimoji="1" lang="zh-TW" altLang="en-US" dirty="0"/>
              <a:t>目標</a:t>
            </a:r>
            <a:r>
              <a:rPr kumimoji="1" lang="zh-HK" altLang="en-US" dirty="0"/>
              <a:t>市場</a:t>
            </a:r>
            <a:r>
              <a:rPr kumimoji="1" lang="zh-TW" altLang="en-US" dirty="0"/>
              <a:t>策略</a:t>
            </a:r>
            <a:r>
              <a:rPr kumimoji="1" lang="en-US" altLang="zh-HK" dirty="0"/>
              <a:t> – 24. 5c(2)</a:t>
            </a:r>
            <a:endParaRPr kumimoji="1" lang="zh-HK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E5FAEC-43B1-4660-85AA-C97C1A6EA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3429000"/>
            <a:ext cx="11585448" cy="197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653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A10D899-F489-4D51-BF8F-E9626E34C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869"/>
            <a:ext cx="12192000" cy="6162261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334C9491-191F-432E-B60E-A0633EB7BB47}"/>
              </a:ext>
            </a:extLst>
          </p:cNvPr>
          <p:cNvSpPr/>
          <p:nvPr/>
        </p:nvSpPr>
        <p:spPr>
          <a:xfrm>
            <a:off x="6180953" y="5451714"/>
            <a:ext cx="1408567" cy="3364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82956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EA0B033-71D6-4E5A-B361-0F4FE5DF9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5338"/>
            <a:ext cx="12192000" cy="72108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CBD5328-0158-4872-9E0E-9A4A17A1E69A}"/>
              </a:ext>
            </a:extLst>
          </p:cNvPr>
          <p:cNvSpPr txBox="1"/>
          <p:nvPr/>
        </p:nvSpPr>
        <p:spPr>
          <a:xfrm>
            <a:off x="93726" y="71366"/>
            <a:ext cx="9900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HK" sz="4000" dirty="0">
                <a:latin typeface="+mj-lt"/>
                <a:ea typeface="+mj-ea"/>
                <a:cs typeface="+mj-cs"/>
              </a:rPr>
              <a:t>4.3B</a:t>
            </a:r>
            <a:r>
              <a:rPr kumimoji="1" lang="zh-HK" altLang="en-US" sz="4000" dirty="0">
                <a:latin typeface="+mj-lt"/>
                <a:ea typeface="+mj-ea"/>
                <a:cs typeface="+mj-cs"/>
              </a:rPr>
              <a:t> </a:t>
            </a:r>
            <a:r>
              <a:rPr kumimoji="1" lang="zh-TW" altLang="en-US" sz="4000" dirty="0">
                <a:latin typeface="+mj-lt"/>
                <a:ea typeface="+mj-ea"/>
                <a:cs typeface="+mj-cs"/>
              </a:rPr>
              <a:t>競爭優勢</a:t>
            </a:r>
            <a:r>
              <a:rPr kumimoji="1" lang="en-US" altLang="zh-HK" sz="4000" dirty="0">
                <a:latin typeface="+mj-lt"/>
                <a:ea typeface="+mj-ea"/>
                <a:cs typeface="+mj-cs"/>
              </a:rPr>
              <a:t>– 23. 3a(4)</a:t>
            </a:r>
            <a:endParaRPr kumimoji="1" lang="zh-HK" altLang="en-US" sz="40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773861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BCBD5328-0158-4872-9E0E-9A4A17A1E69A}"/>
              </a:ext>
            </a:extLst>
          </p:cNvPr>
          <p:cNvSpPr txBox="1"/>
          <p:nvPr/>
        </p:nvSpPr>
        <p:spPr>
          <a:xfrm>
            <a:off x="93726" y="71366"/>
            <a:ext cx="9900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HK" sz="4000" dirty="0">
                <a:latin typeface="+mj-lt"/>
                <a:ea typeface="+mj-ea"/>
                <a:cs typeface="+mj-cs"/>
              </a:rPr>
              <a:t>4.3B</a:t>
            </a:r>
            <a:r>
              <a:rPr kumimoji="1" lang="zh-HK" altLang="en-US" sz="4000" dirty="0">
                <a:latin typeface="+mj-lt"/>
                <a:ea typeface="+mj-ea"/>
                <a:cs typeface="+mj-cs"/>
              </a:rPr>
              <a:t> </a:t>
            </a:r>
            <a:r>
              <a:rPr kumimoji="1" lang="zh-TW" altLang="en-US" sz="4000" dirty="0">
                <a:latin typeface="+mj-lt"/>
                <a:ea typeface="+mj-ea"/>
                <a:cs typeface="+mj-cs"/>
              </a:rPr>
              <a:t>競爭優勢</a:t>
            </a:r>
            <a:r>
              <a:rPr kumimoji="1" lang="en-US" altLang="zh-HK" sz="4000" dirty="0">
                <a:latin typeface="+mj-lt"/>
                <a:ea typeface="+mj-ea"/>
                <a:cs typeface="+mj-cs"/>
              </a:rPr>
              <a:t>– 23. 3a(4)</a:t>
            </a:r>
            <a:endParaRPr kumimoji="1" lang="zh-HK" altLang="en-US" sz="4000" dirty="0">
              <a:latin typeface="+mj-lt"/>
              <a:ea typeface="+mj-ea"/>
              <a:cs typeface="+mj-c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B8F667B-0C80-491C-972B-763CDA2A4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39" y="717697"/>
            <a:ext cx="10905463" cy="22358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33449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BCBD5328-0158-4872-9E0E-9A4A17A1E69A}"/>
              </a:ext>
            </a:extLst>
          </p:cNvPr>
          <p:cNvSpPr txBox="1"/>
          <p:nvPr/>
        </p:nvSpPr>
        <p:spPr>
          <a:xfrm>
            <a:off x="93726" y="71366"/>
            <a:ext cx="9900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kumimoji="1" lang="en-US" altLang="zh-HK" sz="4000" dirty="0">
                <a:latin typeface="+mj-lt"/>
                <a:ea typeface="+mj-ea"/>
                <a:cs typeface="+mj-cs"/>
              </a:rPr>
              <a:t>4.3B</a:t>
            </a:r>
            <a:r>
              <a:rPr kumimoji="1" lang="zh-HK" altLang="en-US" sz="4000" dirty="0">
                <a:latin typeface="+mj-lt"/>
                <a:ea typeface="+mj-ea"/>
                <a:cs typeface="+mj-cs"/>
              </a:rPr>
              <a:t> </a:t>
            </a:r>
            <a:r>
              <a:rPr kumimoji="1" lang="zh-TW" altLang="en-US" sz="4000" dirty="0">
                <a:latin typeface="+mj-lt"/>
                <a:ea typeface="+mj-ea"/>
                <a:cs typeface="+mj-cs"/>
              </a:rPr>
              <a:t>競爭優勢</a:t>
            </a:r>
            <a:r>
              <a:rPr kumimoji="1" lang="en-US" altLang="zh-HK" sz="4000" dirty="0">
                <a:latin typeface="+mj-lt"/>
                <a:ea typeface="+mj-ea"/>
                <a:cs typeface="+mj-cs"/>
              </a:rPr>
              <a:t>– 23. 3a(4)</a:t>
            </a:r>
            <a:endParaRPr kumimoji="1" lang="zh-HK" altLang="en-US" sz="40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21160E5-77F0-4953-BDEF-B33AE7364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27" y="717697"/>
            <a:ext cx="9112642" cy="60671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6897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桌 的圖片&#10;&#10;自動產生的描述">
            <a:extLst>
              <a:ext uri="{FF2B5EF4-FFF2-40B4-BE49-F238E27FC236}">
                <a16:creationId xmlns:a16="http://schemas.microsoft.com/office/drawing/2014/main" id="{DA9A119B-6573-1145-B5F7-0DDA8E59E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444500"/>
            <a:ext cx="11709400" cy="5969000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9923389" y="5661551"/>
            <a:ext cx="2027311" cy="6323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108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4.4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20.4b(2)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35E6E7E-E8FA-BC41-BF24-EE29EA326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53" y="809478"/>
            <a:ext cx="11410923" cy="94851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03945A5-CE8C-6C4B-AC1C-9B21B7E57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53" y="1647678"/>
            <a:ext cx="3434774" cy="64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184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HK" dirty="0"/>
              <a:t>4.4</a:t>
            </a:r>
            <a:r>
              <a:rPr kumimoji="1" lang="zh-HK" altLang="en-US" dirty="0"/>
              <a:t> 評估市場組別</a:t>
            </a:r>
            <a:r>
              <a:rPr kumimoji="1" lang="en-US" altLang="zh-HK" dirty="0"/>
              <a:t> – 20.4b(2)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8959174-54E8-4344-B643-1E36EC51A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57" y="1221673"/>
            <a:ext cx="11161300" cy="809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98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</TotalTime>
  <Words>342</Words>
  <Application>Microsoft Office PowerPoint</Application>
  <PresentationFormat>寬螢幕</PresentationFormat>
  <Paragraphs>37</Paragraphs>
  <Slides>47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47</vt:i4>
      </vt:variant>
    </vt:vector>
  </HeadingPairs>
  <TitlesOfParts>
    <vt:vector size="51" baseType="lpstr">
      <vt:lpstr>Arial</vt:lpstr>
      <vt:lpstr>Calibri</vt:lpstr>
      <vt:lpstr>Calibri Light</vt:lpstr>
      <vt:lpstr>Office 佈景主題</vt:lpstr>
      <vt:lpstr>PowerPoint 簡報</vt:lpstr>
      <vt:lpstr>4.2市場細分 – 15.9a(10)</vt:lpstr>
      <vt:lpstr>4.2市場細分 – 15.9a(10)</vt:lpstr>
      <vt:lpstr>4.2市場細分 – 15.9a(10)</vt:lpstr>
      <vt:lpstr>4.2市場細分 – 15.9a(10)</vt:lpstr>
      <vt:lpstr>4.2市場細分 – 15.9a(10)</vt:lpstr>
      <vt:lpstr>PowerPoint 簡報</vt:lpstr>
      <vt:lpstr>4.2市場細分 – 18.5d(6)</vt:lpstr>
      <vt:lpstr>4.2市場細分 – 18.5d(6)</vt:lpstr>
      <vt:lpstr>4.2市場細分 – 18.5d(6)</vt:lpstr>
      <vt:lpstr>4.2市場細分 – 18.5d(6)</vt:lpstr>
      <vt:lpstr>PowerPoint 簡報</vt:lpstr>
      <vt:lpstr>4.2市場細分 – 20.1(6)</vt:lpstr>
      <vt:lpstr>4.2市場細分 – 20.1(6)</vt:lpstr>
      <vt:lpstr>PowerPoint 簡報</vt:lpstr>
      <vt:lpstr>4.3 評估市場組別 – 13.7c(6)</vt:lpstr>
      <vt:lpstr>4.3 評估市場組別 – 13.7c(6)</vt:lpstr>
      <vt:lpstr>4.3 評估市場組別 – 13.7c(6)</vt:lpstr>
      <vt:lpstr>PowerPoint 簡報</vt:lpstr>
      <vt:lpstr>4.3 評估市場組別 – 15.9b(10)</vt:lpstr>
      <vt:lpstr>4.3 評估市場組別 – 15.9b(10)</vt:lpstr>
      <vt:lpstr>4.3 評估市場組別 – 15.9b(10)</vt:lpstr>
      <vt:lpstr>4.3 評估市場組別 – 15.9b(10)</vt:lpstr>
      <vt:lpstr>PowerPoint 簡報</vt:lpstr>
      <vt:lpstr>4.3 評估市場組別 – 19.8a(10)</vt:lpstr>
      <vt:lpstr>PowerPoint 簡報</vt:lpstr>
      <vt:lpstr>4.3 評估市場組別 – 19.8a(10)</vt:lpstr>
      <vt:lpstr>PowerPoint 簡報</vt:lpstr>
      <vt:lpstr>4.3 評估市場組別 – 22. 6d(4)</vt:lpstr>
      <vt:lpstr>4.3 評估市場組別 – 22. 6d(4)</vt:lpstr>
      <vt:lpstr>4.3 評估市場組別 – 22. 6d(4)</vt:lpstr>
      <vt:lpstr>4.3 評估市場組別 – 22. 6d(4)</vt:lpstr>
      <vt:lpstr>PowerPoint 簡報</vt:lpstr>
      <vt:lpstr>4.3B 目標市場策略 – 21. 4a(2)</vt:lpstr>
      <vt:lpstr>4.3B 目標市場策略 – 21. 4a(2)</vt:lpstr>
      <vt:lpstr>4.3B 目標市場策略 – 21. 4a(2)</vt:lpstr>
      <vt:lpstr>PowerPoint 簡報</vt:lpstr>
      <vt:lpstr>4.3B 目標市場策略 – 24. 5c(2)</vt:lpstr>
      <vt:lpstr>4.3B 目標市場策略 – 24. 5c(2)</vt:lpstr>
      <vt:lpstr>4.3B 目標市場策略 – 24. 5c(2)</vt:lpstr>
      <vt:lpstr>PowerPoint 簡報</vt:lpstr>
      <vt:lpstr>PowerPoint 簡報</vt:lpstr>
      <vt:lpstr>PowerPoint 簡報</vt:lpstr>
      <vt:lpstr>PowerPoint 簡報</vt:lpstr>
      <vt:lpstr>PowerPoint 簡報</vt:lpstr>
      <vt:lpstr>4.4 評估市場組別 – 20.4b(2)</vt:lpstr>
      <vt:lpstr>4.4 評估市場組別 – 20.4b(2)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Android test</dc:creator>
  <cp:lastModifiedBy>yn chan</cp:lastModifiedBy>
  <cp:revision>175</cp:revision>
  <cp:lastPrinted>2020-10-26T03:21:09Z</cp:lastPrinted>
  <dcterms:created xsi:type="dcterms:W3CDTF">2020-07-18T16:05:14Z</dcterms:created>
  <dcterms:modified xsi:type="dcterms:W3CDTF">2026-04-21T01:55:41Z</dcterms:modified>
</cp:coreProperties>
</file>