
<file path=[Content_Types].xml><?xml version="1.0" encoding="utf-8"?>
<Types xmlns="http://schemas.openxmlformats.org/package/2006/content-types"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5" r:id="rId3"/>
    <p:sldId id="263" r:id="rId4"/>
    <p:sldId id="266" r:id="rId5"/>
    <p:sldId id="267" r:id="rId6"/>
    <p:sldId id="262" r:id="rId7"/>
    <p:sldId id="264" r:id="rId8"/>
    <p:sldId id="268" r:id="rId9"/>
    <p:sldId id="269" r:id="rId10"/>
    <p:sldId id="270" r:id="rId11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4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8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FEE8B-2845-4A0F-A438-12E0F917B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0355E9-DEDB-4D6B-9385-911047155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B6E68E-4530-4A09-A6D9-773669A2C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2020/10/26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88B70B-81EF-447F-9644-C02B435D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E8AAD1-5CA0-4B94-A9EC-3E99230F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47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021F4A-761A-4317-BD5E-6C5DFE8E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DC2165-09D1-4325-977F-1607D8F8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1C1136-BC20-4EEC-A452-1AF52846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2020/10/26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DD3D21-2141-42FA-9877-85C52302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B4CE1A-D873-4CB3-8E31-D4E6BEA4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59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7D5991-7186-4D1A-9385-CD24CD95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5D806C-FEE6-4E77-9016-A8F72833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36044B-95BC-4323-BCB0-A5967192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2020/10/26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56DC6B-233A-483E-AEED-0BABEA4B7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4DAC86-045D-415D-AA5E-A9D36798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08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F5D76F-3123-4AD1-A5DE-5C7D6E1F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ABA624-05A6-4C9E-B206-68C96FE4A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97DFE4-0528-4A34-849A-0F1CD2AA1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1C09F9-2867-4425-B1B5-AB06E426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2020/10/26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EBC473-5BF3-4398-8BDB-7083E7AA2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B67B46-68C9-475D-8259-09204E59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55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917307-C9DA-4F8F-B21A-09AA03982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A57069-E5A4-449F-9826-6B10AFE0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3EF1F1-3380-48C7-A76B-D6130D9CA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05BA36-7F81-4079-901F-0E38EE065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EA9314-E918-4489-80D2-4272257AF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B320ED3-6FD8-442F-801F-611CE2C1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2020/10/26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ED81CF7-D112-46BD-A0D8-D9A26724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ABA1A94-07C4-4F6A-91F6-587F6FE4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85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52EE7-EF19-4490-BE86-15D74BA9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21C755A-04D2-4C07-8484-060345B7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2020/10/26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B29A82-9B1D-4A9B-8906-D520DDBA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FA88B0-92B6-4F61-A4F3-14F4BBA7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29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8A4F181-7AD2-45F2-8DA3-1B986619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2020/10/26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DCE28BB-25C5-4C8A-BA14-E78389B5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FD4F3B-E7AE-47DD-A7FD-6C9643CB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425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31E451-6490-4CFB-83C1-7C08CFC47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B10207-41BC-4F78-8FCD-3578FEC44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EED0B25-10AF-4E15-B3AD-82F922786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1322311-1A96-444F-B6D3-8124B143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2020/10/26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005760-BFEA-48DB-8DED-6E18BB9A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28DF56-26B7-4070-8566-93A902C2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69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0CF20-24CE-4F1C-B51A-5CE4EEA8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AC24664-38F2-42B0-A095-88CBAA155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C9496E-5C51-4336-B6AF-A297823B2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28BB-1913-4FFF-A7DB-EB538129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2020/10/26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08F71C-BD0A-4EFA-9A2C-3EE3A543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3E3592-1FF9-409F-9E3B-85F43D3E4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691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543154-0FB0-4F40-AF14-D0D40DCC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9CA741B-9ABD-40FB-8982-C02367D87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B13C66-25BC-4E10-8E02-7CEE23C7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2020/10/26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C6D207-3571-4883-B3CE-17B267EC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52B751-5F7A-4A49-A9EA-BBC83818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35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F4581D3-C538-46C6-8544-528144C53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6C997F-373A-48B8-AC5E-15EA28557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9BA5B8-9B8D-4611-AADA-E564A2B8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2020/10/26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F6857A-CFE3-4ABA-9899-7330F103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49AC71-1224-4301-BA88-97C5DA73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845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A7446E-4B64-4D51-A793-9063602F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F3F8B5-E868-4B56-B808-49C51098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8E2FE9-3D04-4E5F-975F-29949190A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E8508-FC05-4DC5-A45A-F6C201974417}" type="datetimeFigureOut">
              <a:rPr lang="zh-TW" altLang="en-US" smtClean="0"/>
              <a:t>2020/10/26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6F9374-B193-4FB3-BCA4-7453917F3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618BA5-CD77-4ADE-BFC8-76473EE42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22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BBDA0621-F19B-4591-9AD3-335E7320B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162" y="581936"/>
            <a:ext cx="9288293" cy="5694127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1998218" y="4377296"/>
            <a:ext cx="1926082" cy="82970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5022129-8C99-3D49-AF81-477084DE292C}"/>
              </a:ext>
            </a:extLst>
          </p:cNvPr>
          <p:cNvSpPr txBox="1"/>
          <p:nvPr/>
        </p:nvSpPr>
        <p:spPr>
          <a:xfrm>
            <a:off x="9214339" y="103163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HK" altLang="en-US" dirty="0">
                <a:solidFill>
                  <a:srgbClr val="FF0000"/>
                </a:solidFill>
              </a:rPr>
              <a:t>／步驟</a:t>
            </a:r>
          </a:p>
        </p:txBody>
      </p:sp>
    </p:spTree>
    <p:extLst>
      <p:ext uri="{BB962C8B-B14F-4D97-AF65-F5344CB8AC3E}">
        <p14:creationId xmlns:p14="http://schemas.microsoft.com/office/powerpoint/2010/main" val="3917393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F5F1183-0372-4BC5-9D33-421FC9433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10" y="471286"/>
            <a:ext cx="9103090" cy="514112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2094300-1C91-45D8-A504-196D15BD3F54}"/>
              </a:ext>
            </a:extLst>
          </p:cNvPr>
          <p:cNvSpPr txBox="1"/>
          <p:nvPr/>
        </p:nvSpPr>
        <p:spPr>
          <a:xfrm>
            <a:off x="0" y="0"/>
            <a:ext cx="549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1.2 </a:t>
            </a:r>
            <a:r>
              <a:rPr lang="zh-TW" altLang="en-US" sz="3600" dirty="0"/>
              <a:t>何謂市場營銷</a:t>
            </a:r>
            <a:r>
              <a:rPr lang="en-US" altLang="zh-TW" sz="3600" dirty="0"/>
              <a:t>18.5Ci, </a:t>
            </a:r>
            <a:r>
              <a:rPr lang="en-US" altLang="zh-TW" sz="3600" dirty="0" err="1"/>
              <a:t>Cii</a:t>
            </a:r>
            <a:endParaRPr lang="zh-TW" altLang="en-US" sz="36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45DA240-B229-4638-A669-76DE6AFA4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853" y="5677691"/>
            <a:ext cx="10754294" cy="10345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538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 的圖片&#10;&#10;自動產生的描述">
            <a:extLst>
              <a:ext uri="{FF2B5EF4-FFF2-40B4-BE49-F238E27FC236}">
                <a16:creationId xmlns:a16="http://schemas.microsoft.com/office/drawing/2014/main" id="{5F900331-347A-415E-BC12-183ECF3F8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15" y="1200453"/>
            <a:ext cx="10801317" cy="2473771"/>
          </a:xfrm>
          <a:prstGeom prst="rect">
            <a:avLst/>
          </a:prstGeom>
        </p:spPr>
      </p:pic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D61AB855-6613-4EA3-9A58-55F6C7C1E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30" y="3865419"/>
            <a:ext cx="9529455" cy="231321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D59BE36-05DF-4E3F-A2BA-E121F14F0E28}"/>
              </a:ext>
            </a:extLst>
          </p:cNvPr>
          <p:cNvSpPr txBox="1"/>
          <p:nvPr/>
        </p:nvSpPr>
        <p:spPr>
          <a:xfrm>
            <a:off x="0" y="0"/>
            <a:ext cx="549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1.2 </a:t>
            </a:r>
            <a:r>
              <a:rPr lang="zh-TW" altLang="en-US" sz="3600" dirty="0"/>
              <a:t>何謂市場營銷</a:t>
            </a:r>
            <a:r>
              <a:rPr lang="en-US" altLang="zh-TW" sz="3600" dirty="0"/>
              <a:t>18.5Ci, </a:t>
            </a:r>
            <a:r>
              <a:rPr lang="en-US" altLang="zh-TW" sz="3600" dirty="0" err="1"/>
              <a:t>Cii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2531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5F56A769-CFF9-45B9-B581-5BB186619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704" y="559080"/>
            <a:ext cx="8103729" cy="621166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0320E18-0447-4053-BF86-EB2482C73099}"/>
              </a:ext>
            </a:extLst>
          </p:cNvPr>
          <p:cNvSpPr txBox="1"/>
          <p:nvPr/>
        </p:nvSpPr>
        <p:spPr>
          <a:xfrm>
            <a:off x="0" y="0"/>
            <a:ext cx="549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1.2 </a:t>
            </a:r>
            <a:r>
              <a:rPr lang="zh-TW" altLang="en-US" sz="3600" dirty="0"/>
              <a:t>何謂市場營銷</a:t>
            </a:r>
            <a:r>
              <a:rPr lang="en-US" altLang="zh-TW" sz="3600" dirty="0"/>
              <a:t>18.5Ci, </a:t>
            </a:r>
            <a:r>
              <a:rPr lang="en-US" altLang="zh-TW" sz="3600" dirty="0" err="1"/>
              <a:t>Cii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05885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 的圖片&#10;&#10;自動產生的描述">
            <a:extLst>
              <a:ext uri="{FF2B5EF4-FFF2-40B4-BE49-F238E27FC236}">
                <a16:creationId xmlns:a16="http://schemas.microsoft.com/office/drawing/2014/main" id="{B5854797-84D2-4431-9FB3-93F9B95BC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84" y="1080656"/>
            <a:ext cx="9865273" cy="432263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15B50D4-702C-4DCC-B2A1-4C3105BE4DB8}"/>
              </a:ext>
            </a:extLst>
          </p:cNvPr>
          <p:cNvSpPr txBox="1"/>
          <p:nvPr/>
        </p:nvSpPr>
        <p:spPr>
          <a:xfrm>
            <a:off x="0" y="0"/>
            <a:ext cx="549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1.2 </a:t>
            </a:r>
            <a:r>
              <a:rPr lang="zh-TW" altLang="en-US" sz="3600" dirty="0"/>
              <a:t>何謂市場營銷</a:t>
            </a:r>
            <a:r>
              <a:rPr lang="en-US" altLang="zh-TW" sz="3600" dirty="0"/>
              <a:t>18.5Ci, </a:t>
            </a:r>
            <a:r>
              <a:rPr lang="en-US" altLang="zh-TW" sz="3600" dirty="0" err="1"/>
              <a:t>Cii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56207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BBDA0621-F19B-4591-9AD3-335E7320B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162" y="581936"/>
            <a:ext cx="9288293" cy="5694127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7299341" y="3753919"/>
            <a:ext cx="1926082" cy="82970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DDFD957-A8D0-9843-84AD-5AF90B0CEA4B}"/>
              </a:ext>
            </a:extLst>
          </p:cNvPr>
          <p:cNvSpPr txBox="1"/>
          <p:nvPr/>
        </p:nvSpPr>
        <p:spPr>
          <a:xfrm>
            <a:off x="9214339" y="103163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HK" altLang="en-US" dirty="0">
                <a:solidFill>
                  <a:srgbClr val="FF0000"/>
                </a:solidFill>
              </a:rPr>
              <a:t>／步驟</a:t>
            </a:r>
          </a:p>
        </p:txBody>
      </p:sp>
    </p:spTree>
    <p:extLst>
      <p:ext uri="{BB962C8B-B14F-4D97-AF65-F5344CB8AC3E}">
        <p14:creationId xmlns:p14="http://schemas.microsoft.com/office/powerpoint/2010/main" val="3992193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DE40153-DB96-4A6F-A423-FED71FEFA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5169"/>
            <a:ext cx="12100591" cy="1224387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F5BF45F-C7AC-41C4-B545-CB3DFF61CBA9}"/>
              </a:ext>
            </a:extLst>
          </p:cNvPr>
          <p:cNvSpPr txBox="1"/>
          <p:nvPr/>
        </p:nvSpPr>
        <p:spPr>
          <a:xfrm>
            <a:off x="0" y="0"/>
            <a:ext cx="6045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1.4 </a:t>
            </a:r>
            <a:r>
              <a:rPr lang="zh-TW" altLang="en-US" sz="3600" dirty="0"/>
              <a:t>市場營銷過程 </a:t>
            </a:r>
            <a:r>
              <a:rPr lang="en-US" altLang="zh-TW" sz="3600" dirty="0"/>
              <a:t>– </a:t>
            </a:r>
            <a:r>
              <a:rPr lang="zh-TW" altLang="en-US" sz="3600" dirty="0"/>
              <a:t>計劃</a:t>
            </a:r>
            <a:r>
              <a:rPr lang="en-US" altLang="zh-TW" sz="3600" dirty="0"/>
              <a:t>17.8a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0218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899511E-4927-4167-BB74-3E54128FE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41" y="953700"/>
            <a:ext cx="11557824" cy="343542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99864FC-400A-4531-B2BC-7872E65179C0}"/>
              </a:ext>
            </a:extLst>
          </p:cNvPr>
          <p:cNvSpPr txBox="1"/>
          <p:nvPr/>
        </p:nvSpPr>
        <p:spPr>
          <a:xfrm>
            <a:off x="0" y="0"/>
            <a:ext cx="6045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1.4 </a:t>
            </a:r>
            <a:r>
              <a:rPr lang="zh-TW" altLang="en-US" sz="3600" dirty="0"/>
              <a:t>市場營銷過程 </a:t>
            </a:r>
            <a:r>
              <a:rPr lang="en-US" altLang="zh-TW" sz="3600" dirty="0"/>
              <a:t>– </a:t>
            </a:r>
            <a:r>
              <a:rPr lang="zh-TW" altLang="en-US" sz="3600" dirty="0"/>
              <a:t>計劃</a:t>
            </a:r>
            <a:r>
              <a:rPr lang="en-US" altLang="zh-TW" sz="3600" dirty="0"/>
              <a:t>17.8a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28212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AD08B27-058E-45BD-AC39-2C4D5D671753}"/>
              </a:ext>
            </a:extLst>
          </p:cNvPr>
          <p:cNvSpPr txBox="1"/>
          <p:nvPr/>
        </p:nvSpPr>
        <p:spPr>
          <a:xfrm>
            <a:off x="0" y="0"/>
            <a:ext cx="6045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1.4 </a:t>
            </a:r>
            <a:r>
              <a:rPr lang="zh-TW" altLang="en-US" sz="3600" dirty="0"/>
              <a:t>市場營銷過程 </a:t>
            </a:r>
            <a:r>
              <a:rPr lang="en-US" altLang="zh-TW" sz="3600" dirty="0"/>
              <a:t>– </a:t>
            </a:r>
            <a:r>
              <a:rPr lang="zh-TW" altLang="en-US" sz="3600" dirty="0"/>
              <a:t>計劃</a:t>
            </a:r>
            <a:r>
              <a:rPr lang="en-US" altLang="zh-TW" sz="3600" dirty="0"/>
              <a:t>17.8a</a:t>
            </a:r>
            <a:endParaRPr lang="zh-TW" altLang="en-US" sz="3600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17FD0F48-47A0-4475-A0E9-7B5033E8E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19" y="646331"/>
            <a:ext cx="9565185" cy="5870847"/>
          </a:xfrm>
          <a:prstGeom prst="rect">
            <a:avLst/>
          </a:prstGeom>
        </p:spPr>
      </p:pic>
      <p:pic>
        <p:nvPicPr>
          <p:cNvPr id="8" name="圖片 7" descr="一張含有 文字 的圖片&#10;&#10;自動產生的描述">
            <a:extLst>
              <a:ext uri="{FF2B5EF4-FFF2-40B4-BE49-F238E27FC236}">
                <a16:creationId xmlns:a16="http://schemas.microsoft.com/office/drawing/2014/main" id="{70695BF2-AD43-4E6B-8063-FAC50D019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2804" y="646331"/>
            <a:ext cx="1916948" cy="186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13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AD08B27-058E-45BD-AC39-2C4D5D671753}"/>
              </a:ext>
            </a:extLst>
          </p:cNvPr>
          <p:cNvSpPr txBox="1"/>
          <p:nvPr/>
        </p:nvSpPr>
        <p:spPr>
          <a:xfrm>
            <a:off x="0" y="0"/>
            <a:ext cx="6045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1.4 </a:t>
            </a:r>
            <a:r>
              <a:rPr lang="zh-TW" altLang="en-US" sz="3600" dirty="0"/>
              <a:t>市場營銷過程 </a:t>
            </a:r>
            <a:r>
              <a:rPr lang="en-US" altLang="zh-TW" sz="3600" dirty="0"/>
              <a:t>– </a:t>
            </a:r>
            <a:r>
              <a:rPr lang="zh-TW" altLang="en-US" sz="3600" dirty="0"/>
              <a:t>計劃</a:t>
            </a:r>
            <a:r>
              <a:rPr lang="en-US" altLang="zh-TW" sz="3600" dirty="0"/>
              <a:t>17.8a</a:t>
            </a:r>
            <a:endParaRPr lang="zh-TW" altLang="en-US" sz="3600" dirty="0"/>
          </a:p>
        </p:txBody>
      </p:sp>
      <p:pic>
        <p:nvPicPr>
          <p:cNvPr id="3" name="圖片 2" descr="一張含有 文字 的圖片&#10;&#10;自動產生的描述">
            <a:extLst>
              <a:ext uri="{FF2B5EF4-FFF2-40B4-BE49-F238E27FC236}">
                <a16:creationId xmlns:a16="http://schemas.microsoft.com/office/drawing/2014/main" id="{36D7856C-AF73-440B-809E-64F7BC481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41" y="1025296"/>
            <a:ext cx="9289606" cy="480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69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68</Words>
  <Application>Microsoft Office PowerPoint</Application>
  <PresentationFormat>寬螢幕</PresentationFormat>
  <Paragraphs>10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Android test</dc:creator>
  <cp:lastModifiedBy>Android test</cp:lastModifiedBy>
  <cp:revision>121</cp:revision>
  <cp:lastPrinted>2020-10-26T03:21:09Z</cp:lastPrinted>
  <dcterms:created xsi:type="dcterms:W3CDTF">2020-07-18T16:05:14Z</dcterms:created>
  <dcterms:modified xsi:type="dcterms:W3CDTF">2020-10-26T03:21:14Z</dcterms:modified>
</cp:coreProperties>
</file>