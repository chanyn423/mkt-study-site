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1" r:id="rId2"/>
    <p:sldId id="265" r:id="rId3"/>
    <p:sldId id="280" r:id="rId4"/>
    <p:sldId id="270" r:id="rId5"/>
    <p:sldId id="271" r:id="rId6"/>
    <p:sldId id="281" r:id="rId7"/>
    <p:sldId id="282" r:id="rId8"/>
    <p:sldId id="283" r:id="rId9"/>
    <p:sldId id="267" r:id="rId10"/>
    <p:sldId id="266" r:id="rId11"/>
    <p:sldId id="284" r:id="rId12"/>
    <p:sldId id="285" r:id="rId13"/>
    <p:sldId id="268" r:id="rId14"/>
    <p:sldId id="269" r:id="rId15"/>
    <p:sldId id="286" r:id="rId16"/>
    <p:sldId id="272" r:id="rId17"/>
    <p:sldId id="273" r:id="rId18"/>
    <p:sldId id="287" r:id="rId19"/>
    <p:sldId id="274" r:id="rId20"/>
    <p:sldId id="275" r:id="rId21"/>
    <p:sldId id="276" r:id="rId22"/>
    <p:sldId id="288" r:id="rId23"/>
    <p:sldId id="289" r:id="rId24"/>
    <p:sldId id="278" r:id="rId25"/>
    <p:sldId id="279" r:id="rId26"/>
    <p:sldId id="290" r:id="rId27"/>
    <p:sldId id="291" r:id="rId28"/>
    <p:sldId id="292" r:id="rId29"/>
    <p:sldId id="296" r:id="rId30"/>
    <p:sldId id="293" r:id="rId31"/>
    <p:sldId id="294" r:id="rId32"/>
    <p:sldId id="295" r:id="rId33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8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4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0D328-4D0B-43BC-9234-E931651C542C}" type="datetimeFigureOut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01FA6-F0C7-47AB-81B9-0CAC3663A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228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FEE8B-2845-4A0F-A438-12E0F917B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0355E9-DEDB-4D6B-9385-911047155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B6E68E-4530-4A09-A6D9-773669A2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D3F-7C7F-4624-B512-76FB10721067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8B70B-81EF-447F-9644-C02B435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8AAD1-5CA0-4B94-A9EC-3E99230F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47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021F4A-761A-4317-BD5E-6C5DFE8E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C2165-09D1-4325-977F-1607D8F8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1C1136-BC20-4EEC-A452-1AF52846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B3B-A8EE-4A87-A6C5-C03569421849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DD3D21-2141-42FA-9877-85C52302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4CE1A-D873-4CB3-8E31-D4E6BEA4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5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D5991-7186-4D1A-9385-CD24CD95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5D806C-FEE6-4E77-9016-A8F7283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36044B-95BC-4323-BCB0-A5967192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4550-4B4A-4D77-AD2A-10FCD966925E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6DC6B-233A-483E-AEED-0BABEA4B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4DAC86-045D-415D-AA5E-A9D36798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08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5D76F-3123-4AD1-A5DE-5C7D6E1F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ABA624-05A6-4C9E-B206-68C96FE4A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7DFE4-0528-4A34-849A-0F1CD2AA1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1C09F9-2867-4425-B1B5-AB06E426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17FD-603F-49E2-B288-201844B9B2D1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EBC473-5BF3-4398-8BDB-7083E7AA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B67B46-68C9-475D-8259-09204E59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5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17307-C9DA-4F8F-B21A-09AA0398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A57069-E5A4-449F-9826-6B10AFE0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3EF1F1-3380-48C7-A76B-D6130D9CA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05BA36-7F81-4079-901F-0E38EE065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EA9314-E918-4489-80D2-4272257AF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320ED3-6FD8-442F-801F-611CE2C1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F2C-7113-4AD3-A266-9E294DDED224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ED81CF7-D112-46BD-A0D8-D9A26724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BA1A94-07C4-4F6A-91F6-587F6FE4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85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52EE7-EF19-4490-BE86-15D74BA9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1C755A-04D2-4C07-8484-060345B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19AC-B2D0-4A11-A938-868CF9C402F0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B29A82-9B1D-4A9B-8906-D520DDBA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FA88B0-92B6-4F61-A4F3-14F4BBA7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29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A4F181-7AD2-45F2-8DA3-1B986619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71D65-8401-4DBC-9AA2-899252F41589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CE28BB-25C5-4C8A-BA14-E78389B5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FD4F3B-E7AE-47DD-A7FD-6C9643CB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25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31E451-6490-4CFB-83C1-7C08CFC4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B10207-41BC-4F78-8FCD-3578FEC44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ED0B25-10AF-4E15-B3AD-82F922786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322311-1A96-444F-B6D3-8124B143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CB2F-A970-4EA4-BE9F-D03C7162BE02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005760-BFEA-48DB-8DED-6E18BB9A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28DF56-26B7-4070-8566-93A902C2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9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0CF20-24CE-4F1C-B51A-5CE4EEA8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C24664-38F2-42B0-A095-88CBAA155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C9496E-5C51-4336-B6AF-A297823B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28BB-1913-4FFF-A7DB-EB538129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B81C-95AE-4FB0-A162-05EE1D9C3B30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08F71C-BD0A-4EFA-9A2C-3EE3A54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3E3592-1FF9-409F-9E3B-85F43D3E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9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43154-0FB0-4F40-AF14-D0D40DCC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CA741B-9ABD-40FB-8982-C02367D87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B13C66-25BC-4E10-8E02-7CEE23C7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2CDC-948E-4D3E-A3F8-58C51A7AF858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C6D207-3571-4883-B3CE-17B267EC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52B751-5F7A-4A49-A9EA-BBC83818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3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4581D3-C538-46C6-8544-528144C53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6C997F-373A-48B8-AC5E-15EA28557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9BA5B8-9B8D-4611-AADA-E564A2B8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EE0A-7755-4EEC-A3D0-2D9A74BFC7CC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6857A-CFE3-4ABA-9899-7330F10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49AC71-1224-4301-BA88-97C5DA73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45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A7446E-4B64-4D51-A793-9063602F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F3F8B5-E868-4B56-B808-49C51098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8E2FE9-3D04-4E5F-975F-29949190A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9F45C-5799-438D-8C2F-23794583B668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6F9374-B193-4FB3-BCA4-7453917F3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618BA5-CD77-4ADE-BFC8-76473EE42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2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mp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49481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594566" y="2044913"/>
            <a:ext cx="7318060" cy="5922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FBB6ED9-7E71-41FA-AF35-FBA8E2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739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7273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 </a:t>
            </a:r>
            <a:r>
              <a:rPr lang="en-US" altLang="zh-TW" sz="3600" dirty="0"/>
              <a:t>13.7b (6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A51A6A0-C3A4-4A86-A6FA-3DA0F520C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 contrast="7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71" y="646331"/>
            <a:ext cx="8534400" cy="525758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FE44EFE-D095-40A0-8DB3-80EAB458A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9000" contrast="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71" y="5903913"/>
            <a:ext cx="10860861" cy="8414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D0EC120-00B9-4AD1-8F52-33993FD2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38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48CD7D-360F-4E03-BA07-6BEAC1A76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84" y="646331"/>
            <a:ext cx="4980988" cy="248016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F79BCC3-900F-448F-9753-0C6FF058AB22}"/>
              </a:ext>
            </a:extLst>
          </p:cNvPr>
          <p:cNvSpPr txBox="1"/>
          <p:nvPr/>
        </p:nvSpPr>
        <p:spPr>
          <a:xfrm>
            <a:off x="0" y="0"/>
            <a:ext cx="7273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 </a:t>
            </a:r>
            <a:r>
              <a:rPr lang="en-US" altLang="zh-TW" sz="3600" dirty="0"/>
              <a:t>13.7b (6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C84B3D3-B44C-4E7F-AEBA-D44EA28E9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629" y="2249714"/>
            <a:ext cx="7002787" cy="460828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673AB99-5B70-4D5C-A755-14A31EC58E72}"/>
              </a:ext>
            </a:extLst>
          </p:cNvPr>
          <p:cNvSpPr txBox="1"/>
          <p:nvPr/>
        </p:nvSpPr>
        <p:spPr>
          <a:xfrm>
            <a:off x="5017629" y="1664939"/>
            <a:ext cx="1005403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</a:rPr>
              <a:t>佳作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CADE2C-1F78-4930-8308-6D0F254B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8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49481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597424" y="4280452"/>
            <a:ext cx="7169428" cy="371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4F6C432-F557-4BF0-8CF9-1802EFC8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54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725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 </a:t>
            </a:r>
            <a:r>
              <a:rPr lang="en-US" altLang="zh-TW" sz="3600" dirty="0"/>
              <a:t>18.8a (8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C2512A-4C80-4718-BFAF-8AC1AF08C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35" y="1143609"/>
            <a:ext cx="11682130" cy="1624668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B26D7B9-CA6E-427F-BE40-1FCDC61D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30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725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 </a:t>
            </a:r>
            <a:r>
              <a:rPr lang="en-US" altLang="zh-TW" sz="3600" dirty="0"/>
              <a:t>18.8a (8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A375F5F-26B5-4D35-8236-48B97ABA0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9" y="1375401"/>
            <a:ext cx="11198482" cy="325465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470414D-EDF9-49BC-A142-E402F56C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094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725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 </a:t>
            </a:r>
            <a:r>
              <a:rPr lang="en-US" altLang="zh-TW" sz="3600" dirty="0"/>
              <a:t>18.8a (8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662C2A2-65DF-4504-9CFB-766081102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4" y="766073"/>
            <a:ext cx="9231876" cy="474365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92D4A81-6815-454D-96E8-94F8E94F5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1" y="726160"/>
            <a:ext cx="2627876" cy="308696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085E12-80F7-45C0-AA66-76CDA6F8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9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725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 </a:t>
            </a:r>
            <a:r>
              <a:rPr lang="en-US" altLang="zh-TW" sz="3600" dirty="0"/>
              <a:t>18.8a (8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540597A-EE65-46EB-8F5A-D3C28E0E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53" y="646331"/>
            <a:ext cx="7135033" cy="29371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E58B8E1-EA5A-4246-A2DE-8254ED870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02" y="3501570"/>
            <a:ext cx="7470378" cy="3029857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8B9B71-0E5E-4A1F-8DBC-36D01772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30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49481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531164" y="3207025"/>
            <a:ext cx="1908313" cy="7023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E03A8D-00EF-4471-A406-23ABCE00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1468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11965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16.7ai (1</a:t>
            </a:r>
            <a:r>
              <a:rPr lang="zh-TW" altLang="en-US" sz="3600" dirty="0"/>
              <a:t>分</a:t>
            </a:r>
            <a:r>
              <a:rPr lang="en-US" altLang="zh-TW" sz="3600" dirty="0"/>
              <a:t>), 7aii(2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7BE8996-9D7F-406C-918A-B39D9582D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65" y="646331"/>
            <a:ext cx="7639878" cy="517437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DC5D59C-374D-4629-817A-9C2DD728F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65" y="5729514"/>
            <a:ext cx="9993041" cy="11284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0B6A2F2-52EA-4460-8F67-767C236C9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514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11965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16.7ai (1</a:t>
            </a:r>
            <a:r>
              <a:rPr lang="zh-TW" altLang="en-US" sz="3600" dirty="0"/>
              <a:t>分</a:t>
            </a:r>
            <a:r>
              <a:rPr lang="en-US" altLang="zh-TW" sz="3600" dirty="0"/>
              <a:t>), 7aii(2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A7A2FB3-6D4F-48BC-A6D7-7095F0E2FEB0}"/>
              </a:ext>
            </a:extLst>
          </p:cNvPr>
          <p:cNvGrpSpPr/>
          <p:nvPr/>
        </p:nvGrpSpPr>
        <p:grpSpPr>
          <a:xfrm>
            <a:off x="311622" y="973632"/>
            <a:ext cx="11379853" cy="5441682"/>
            <a:chOff x="311623" y="973632"/>
            <a:chExt cx="9623840" cy="4601982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0FE3219-22FE-46B6-BDA7-B7184AF38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095" y="2561097"/>
              <a:ext cx="5215434" cy="1729107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74F58AA-BFA1-49DC-AA57-C04B6EE73B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9796"/>
            <a:stretch/>
          </p:blipFill>
          <p:spPr>
            <a:xfrm>
              <a:off x="311623" y="973632"/>
              <a:ext cx="9478698" cy="390711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AF92ED8D-1BB4-4BFA-B5BF-569240642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706" y="1426044"/>
              <a:ext cx="5888104" cy="1073352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F401ED1A-F44F-4B4A-A916-272FA63468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50"/>
            <a:stretch/>
          </p:blipFill>
          <p:spPr>
            <a:xfrm>
              <a:off x="456765" y="4228682"/>
              <a:ext cx="9478698" cy="1346932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3AB00D-8FA0-4223-92D0-777A797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11965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16.7ai (1</a:t>
            </a:r>
            <a:r>
              <a:rPr lang="zh-TW" altLang="en-US" sz="3600" dirty="0"/>
              <a:t>分</a:t>
            </a:r>
            <a:r>
              <a:rPr lang="en-US" altLang="zh-TW" sz="3600" dirty="0"/>
              <a:t>), 7aii(2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25084F1-028D-4740-BD5D-F5605099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77" y="861299"/>
            <a:ext cx="9052395" cy="5628897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AD884C6-426A-433E-AF01-BC92BB4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1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49481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610677" y="3909391"/>
            <a:ext cx="1656523" cy="371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A796B33-FD3F-4193-95E6-F9ED1BDA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161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10019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17.6b (4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E6E60BD-4189-4EEE-8A6B-077C78B877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6"/>
          <a:stretch/>
        </p:blipFill>
        <p:spPr>
          <a:xfrm>
            <a:off x="551543" y="646331"/>
            <a:ext cx="7759809" cy="528711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E58DFC6-EED4-4A59-8038-6F9070F32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3" y="5942072"/>
            <a:ext cx="11306638" cy="8429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5F957F6-7B7B-4A71-8ECE-31B8255A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482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10019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17.6b (4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6A05A73-9DAF-41C9-B440-7A1ED1B61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4" y="2301886"/>
            <a:ext cx="8940486" cy="451388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D7EAA33-FCB9-4A52-ABA5-EAB3D3DC4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7" y="646331"/>
            <a:ext cx="10439608" cy="1812358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84435C-F056-4DB6-8BB6-3E344ECC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65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49481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623929" y="4664765"/>
            <a:ext cx="1656523" cy="371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F9F6DB6-16AA-436D-A360-663F1C0F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093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999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19.2a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0DC934A-FA32-48AD-9397-BF53EE806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84" y="1295764"/>
            <a:ext cx="11726159" cy="159200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F228B31-A0A0-493C-B1EF-98033197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01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999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19.2a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FDF081F5-9BBB-49D9-A0D6-7DE5AA5B70C2}"/>
              </a:ext>
            </a:extLst>
          </p:cNvPr>
          <p:cNvGrpSpPr/>
          <p:nvPr/>
        </p:nvGrpSpPr>
        <p:grpSpPr>
          <a:xfrm>
            <a:off x="357177" y="1168999"/>
            <a:ext cx="11104766" cy="3736830"/>
            <a:chOff x="357177" y="1168999"/>
            <a:chExt cx="6716062" cy="2260001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4C5832D4-1DC1-41B5-8786-1CB96EB6D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177" y="1168999"/>
              <a:ext cx="6658904" cy="1152686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04ADF79C-08A1-4A37-B8F4-B7CA900BD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177" y="2304893"/>
              <a:ext cx="6716062" cy="112410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7F1AF25-A328-4569-A608-8C9011A9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097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49481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584172" y="5022574"/>
            <a:ext cx="1656523" cy="371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203E11C-7D6F-4EE6-B3B6-BB215DE4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179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9972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收集原始數據的方法</a:t>
            </a:r>
            <a:r>
              <a:rPr lang="en-US" altLang="zh-TW" sz="3600" dirty="0"/>
              <a:t> – </a:t>
            </a:r>
            <a:r>
              <a:rPr lang="zh-TW" altLang="en-US" sz="3600" dirty="0"/>
              <a:t>調查研究法 </a:t>
            </a:r>
            <a:r>
              <a:rPr lang="en-US" altLang="zh-TW" sz="3600" dirty="0"/>
              <a:t>20.6c (4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3211062-F5E2-4521-B23B-52865722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EFC7728-5DAB-4806-91CB-208E849AC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55" y="893487"/>
            <a:ext cx="11793308" cy="171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86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49481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9833111" y="2504661"/>
            <a:ext cx="1656523" cy="371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6561F1D-ADE6-44C2-B47C-097AB499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048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3695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抽樣</a:t>
            </a:r>
            <a:r>
              <a:rPr lang="en-US" altLang="zh-TW" sz="3600" dirty="0"/>
              <a:t>14.4 (6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1D56BE-A6E9-4559-BA07-BDC88741C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5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86" y="2689623"/>
            <a:ext cx="11823627" cy="34059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C0B8868-6B5B-4421-9A35-80AF0B7D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3143F41-5BBC-4616-826E-0589BC72FAB2}"/>
              </a:ext>
            </a:extLst>
          </p:cNvPr>
          <p:cNvSpPr txBox="1"/>
          <p:nvPr/>
        </p:nvSpPr>
        <p:spPr>
          <a:xfrm>
            <a:off x="0" y="0"/>
            <a:ext cx="3695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抽樣</a:t>
            </a:r>
            <a:r>
              <a:rPr lang="en-US" altLang="zh-TW" sz="3600" dirty="0"/>
              <a:t>14.4 (6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66F8BE3-3FB9-4A2E-8784-7A43081A9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8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86" y="1316992"/>
            <a:ext cx="11650440" cy="70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90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3695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抽樣</a:t>
            </a:r>
            <a:r>
              <a:rPr lang="en-US" altLang="zh-TW" sz="3600" dirty="0"/>
              <a:t>14.4 (6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E38FA5E-DA8B-4B9E-9217-425EBD381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27" y="855445"/>
            <a:ext cx="11740544" cy="48291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9BF59C2-BC14-4EF1-BB3F-697A6880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43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2879F70-3F65-4F7B-B820-26DF8DCA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8" y="836229"/>
            <a:ext cx="11766967" cy="466331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9819859" y="4638261"/>
            <a:ext cx="1656523" cy="371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170BD53-4982-44D2-A2CC-D2929CBA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82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3937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抽樣</a:t>
            </a:r>
            <a:r>
              <a:rPr lang="en-US" altLang="zh-TW" sz="3600" dirty="0"/>
              <a:t>19.2b (4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D50935C-DF5C-4BC3-9103-BEE00C252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10059"/>
            <a:ext cx="11916229" cy="80088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DE9CB61-C5D2-4A36-A383-21E789A0F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4674"/>
            <a:ext cx="11916228" cy="86068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0B7A9A-DDA8-4EC9-8D2D-0E44F836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038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3937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抽樣</a:t>
            </a:r>
            <a:r>
              <a:rPr lang="en-US" altLang="zh-TW" sz="3600" dirty="0"/>
              <a:t>19.2b (4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05D68C-5C4F-4A82-8919-66050A275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7" y="4368799"/>
            <a:ext cx="8976473" cy="234810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44726E8-378E-441E-9DB2-D039D0026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331"/>
            <a:ext cx="11088914" cy="213464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02724F0-53FC-4053-9B1D-2D9A49A3F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7" y="2868254"/>
            <a:ext cx="8976474" cy="150054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7F208B-965D-49A1-9D8B-B488E08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932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4137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2.4 </a:t>
            </a:r>
            <a:r>
              <a:rPr lang="zh-TW" altLang="en-US" sz="3600" dirty="0"/>
              <a:t>抽樣</a:t>
            </a:r>
            <a:r>
              <a:rPr lang="en-US" altLang="zh-TW" sz="3600" dirty="0"/>
              <a:t>21.5ai,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9FBB8A-2C0C-4E11-98F6-E0EDA1E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C3E7A3B-B654-3527-D6A7-F9A74233B3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46888"/>
          <a:stretch/>
        </p:blipFill>
        <p:spPr>
          <a:xfrm>
            <a:off x="699679" y="1259173"/>
            <a:ext cx="10940430" cy="317663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E31A1C2-28F3-BBFD-2258-2E55D7824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28" y="4865091"/>
            <a:ext cx="10438491" cy="62374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1725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4137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2.4 </a:t>
            </a:r>
            <a:r>
              <a:rPr lang="zh-TW" altLang="en-US" sz="3600" dirty="0"/>
              <a:t>抽樣</a:t>
            </a:r>
            <a:r>
              <a:rPr lang="en-US" altLang="zh-TW" sz="3600" dirty="0"/>
              <a:t>21.5ai,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9FBB8A-2C0C-4E11-98F6-E0EDA1E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3CAAC5-6D2F-74B2-51F9-36CB1BEC1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6340" y="1475822"/>
            <a:ext cx="10999319" cy="130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58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4137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2.4 </a:t>
            </a:r>
            <a:r>
              <a:rPr lang="zh-TW" altLang="en-US" sz="3600" dirty="0"/>
              <a:t>抽樣</a:t>
            </a:r>
            <a:r>
              <a:rPr lang="en-US" altLang="zh-TW" sz="3600" dirty="0"/>
              <a:t>21.5ai,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9FBB8A-2C0C-4E11-98F6-E0EDA1E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844F39-601F-1813-43E8-149758D4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3" y="1342734"/>
            <a:ext cx="9205368" cy="346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70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2.4 </a:t>
            </a:r>
            <a:r>
              <a:rPr lang="zh-TW" altLang="en-US" sz="3600" dirty="0"/>
              <a:t>抽樣</a:t>
            </a:r>
            <a:r>
              <a:rPr lang="en-US" altLang="zh-TW" sz="3600" dirty="0"/>
              <a:t>21.5aii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9FBB8A-2C0C-4E11-98F6-E0EDA1E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58661C4-33F4-9BEC-5293-61EBB1B82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0" y="4387172"/>
            <a:ext cx="10116302" cy="983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8340C64-992A-2F33-175D-ED89CAC42B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46888"/>
          <a:stretch/>
        </p:blipFill>
        <p:spPr>
          <a:xfrm>
            <a:off x="625785" y="928432"/>
            <a:ext cx="10940430" cy="317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85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2.4 </a:t>
            </a:r>
            <a:r>
              <a:rPr lang="zh-TW" altLang="en-US" sz="3600" dirty="0"/>
              <a:t>抽樣</a:t>
            </a:r>
            <a:r>
              <a:rPr lang="en-US" altLang="zh-TW" sz="3600" dirty="0"/>
              <a:t>21.5aii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9FBB8A-2C0C-4E11-98F6-E0EDA1E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EC59A1-DCF1-B2AC-74B1-85AA73BBE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4079" y="1128382"/>
            <a:ext cx="11099926" cy="153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417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2.4 </a:t>
            </a:r>
            <a:r>
              <a:rPr lang="zh-TW" altLang="en-US" sz="3600" dirty="0"/>
              <a:t>抽樣</a:t>
            </a:r>
            <a:r>
              <a:rPr lang="en-US" altLang="zh-TW" sz="3600" dirty="0"/>
              <a:t>21.5aii (2</a:t>
            </a:r>
            <a:r>
              <a:rPr lang="zh-TW" altLang="en-US" sz="3600" dirty="0"/>
              <a:t>分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9FBB8A-2C0C-4E11-98F6-E0EDA1E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4E1F9C-9F82-657E-4CE7-57A301948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952014"/>
            <a:ext cx="9930380" cy="557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6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2017</TotalTime>
  <Words>314</Words>
  <Application>Microsoft Office PowerPoint</Application>
  <PresentationFormat>寬螢幕</PresentationFormat>
  <Paragraphs>58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Android test</dc:creator>
  <cp:lastModifiedBy>Chan Yee Nok</cp:lastModifiedBy>
  <cp:revision>143</cp:revision>
  <cp:lastPrinted>2023-11-21T09:03:15Z</cp:lastPrinted>
  <dcterms:created xsi:type="dcterms:W3CDTF">2020-07-18T16:05:14Z</dcterms:created>
  <dcterms:modified xsi:type="dcterms:W3CDTF">2023-11-21T09:03:17Z</dcterms:modified>
</cp:coreProperties>
</file>